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515" autoAdjust="0"/>
    <p:restoredTop sz="94660"/>
  </p:normalViewPr>
  <p:slideViewPr>
    <p:cSldViewPr snapToGrid="0">
      <p:cViewPr varScale="1">
        <p:scale>
          <a:sx n="81" d="100"/>
          <a:sy n="81" d="100"/>
        </p:scale>
        <p:origin x="72" y="2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43A3DEC-0297-4A52-9253-90438A719634}"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1AF34D23-91F7-42A3-A42B-888D2DFAFF1E}">
      <dgm:prSet phldrT="[Text]"/>
      <dgm:spPr/>
      <dgm:t>
        <a:bodyPr/>
        <a:lstStyle/>
        <a:p>
          <a:r>
            <a:rPr lang="en-US"/>
            <a:t>MD</a:t>
          </a:r>
        </a:p>
      </dgm:t>
    </dgm:pt>
    <dgm:pt modelId="{F53BFF7A-3FF7-48A9-91FC-42D707C82293}" type="parTrans" cxnId="{FC24DA02-DA83-4396-8463-2213CC724B2D}">
      <dgm:prSet/>
      <dgm:spPr/>
      <dgm:t>
        <a:bodyPr/>
        <a:lstStyle/>
        <a:p>
          <a:endParaRPr lang="en-US"/>
        </a:p>
      </dgm:t>
    </dgm:pt>
    <dgm:pt modelId="{5DCE69B7-29BD-4927-BFB3-9F8D0D6BB7BB}" type="sibTrans" cxnId="{FC24DA02-DA83-4396-8463-2213CC724B2D}">
      <dgm:prSet/>
      <dgm:spPr/>
      <dgm:t>
        <a:bodyPr/>
        <a:lstStyle/>
        <a:p>
          <a:endParaRPr lang="en-US"/>
        </a:p>
      </dgm:t>
    </dgm:pt>
    <dgm:pt modelId="{D64DCAD3-BB15-4689-8705-14443A07EE4C}">
      <dgm:prSet phldrT="[Text]"/>
      <dgm:spPr/>
      <dgm:t>
        <a:bodyPr/>
        <a:lstStyle/>
        <a:p>
          <a:r>
            <a:rPr lang="en-US"/>
            <a:t>Head Finance/Accounts</a:t>
          </a:r>
        </a:p>
      </dgm:t>
    </dgm:pt>
    <dgm:pt modelId="{9967603E-BBD9-4E57-9112-64C970EC04F6}" type="sibTrans" cxnId="{AE6C9957-41F1-4FEB-BE2A-DAE575585B5A}">
      <dgm:prSet/>
      <dgm:spPr/>
      <dgm:t>
        <a:bodyPr/>
        <a:lstStyle/>
        <a:p>
          <a:endParaRPr lang="en-US"/>
        </a:p>
      </dgm:t>
    </dgm:pt>
    <dgm:pt modelId="{B0012481-B1CE-4969-B74C-67743976B09C}" type="parTrans" cxnId="{AE6C9957-41F1-4FEB-BE2A-DAE575585B5A}">
      <dgm:prSet/>
      <dgm:spPr/>
      <dgm:t>
        <a:bodyPr/>
        <a:lstStyle/>
        <a:p>
          <a:endParaRPr lang="en-US"/>
        </a:p>
      </dgm:t>
    </dgm:pt>
    <dgm:pt modelId="{8A049539-F840-448F-B608-7EDB31EFBA84}">
      <dgm:prSet phldrT="[Text]"/>
      <dgm:spPr/>
      <dgm:t>
        <a:bodyPr/>
        <a:lstStyle/>
        <a:p>
          <a:endParaRPr lang="en-US"/>
        </a:p>
        <a:p>
          <a:r>
            <a:rPr lang="en-US"/>
            <a:t>Technical Lead</a:t>
          </a:r>
        </a:p>
      </dgm:t>
    </dgm:pt>
    <dgm:pt modelId="{820E8737-7BC9-4E78-99C4-67DED33CBFEE}" type="parTrans" cxnId="{F9D28B4F-5095-488D-BFAF-B9AA6943643B}">
      <dgm:prSet/>
      <dgm:spPr/>
      <dgm:t>
        <a:bodyPr/>
        <a:lstStyle/>
        <a:p>
          <a:endParaRPr lang="en-US"/>
        </a:p>
      </dgm:t>
    </dgm:pt>
    <dgm:pt modelId="{9D62BE87-D951-4C2E-8EEE-033887DB9316}" type="sibTrans" cxnId="{F9D28B4F-5095-488D-BFAF-B9AA6943643B}">
      <dgm:prSet/>
      <dgm:spPr/>
      <dgm:t>
        <a:bodyPr/>
        <a:lstStyle/>
        <a:p>
          <a:endParaRPr lang="en-US"/>
        </a:p>
      </dgm:t>
    </dgm:pt>
    <dgm:pt modelId="{05254205-358A-409E-8B87-974C56BF7385}">
      <dgm:prSet phldrT="[Text]"/>
      <dgm:spPr/>
      <dgm:t>
        <a:bodyPr/>
        <a:lstStyle/>
        <a:p>
          <a:r>
            <a:rPr lang="en-US"/>
            <a:t>Sales/Marketing Officer 2</a:t>
          </a:r>
        </a:p>
      </dgm:t>
    </dgm:pt>
    <dgm:pt modelId="{BF16F307-3440-458E-AD93-88C5A5FCDE85}" type="parTrans" cxnId="{DB97610A-B30E-4197-B027-A8223B0E4D45}">
      <dgm:prSet/>
      <dgm:spPr/>
      <dgm:t>
        <a:bodyPr/>
        <a:lstStyle/>
        <a:p>
          <a:endParaRPr lang="en-US"/>
        </a:p>
      </dgm:t>
    </dgm:pt>
    <dgm:pt modelId="{A5D8F80A-C3EA-4D1E-B959-A49B2997B277}" type="sibTrans" cxnId="{DB97610A-B30E-4197-B027-A8223B0E4D45}">
      <dgm:prSet/>
      <dgm:spPr/>
      <dgm:t>
        <a:bodyPr/>
        <a:lstStyle/>
        <a:p>
          <a:endParaRPr lang="en-US"/>
        </a:p>
      </dgm:t>
    </dgm:pt>
    <dgm:pt modelId="{36ECF37E-17FA-4EF7-B84B-2BA794789CF3}">
      <dgm:prSet phldrT="[Text]"/>
      <dgm:spPr/>
      <dgm:t>
        <a:bodyPr/>
        <a:lstStyle/>
        <a:p>
          <a:r>
            <a:rPr lang="en-US"/>
            <a:t>Business Development Lead</a:t>
          </a:r>
        </a:p>
      </dgm:t>
    </dgm:pt>
    <dgm:pt modelId="{7D888DE7-A22B-49D4-85F6-F7FB0942C1D8}" type="parTrans" cxnId="{90289E39-7975-40CD-9FE2-A7620105A460}">
      <dgm:prSet/>
      <dgm:spPr/>
      <dgm:t>
        <a:bodyPr/>
        <a:lstStyle/>
        <a:p>
          <a:endParaRPr lang="en-US"/>
        </a:p>
      </dgm:t>
    </dgm:pt>
    <dgm:pt modelId="{E52931CF-0362-45A4-9498-E2236E4C96CE}" type="sibTrans" cxnId="{90289E39-7975-40CD-9FE2-A7620105A460}">
      <dgm:prSet/>
      <dgm:spPr/>
      <dgm:t>
        <a:bodyPr/>
        <a:lstStyle/>
        <a:p>
          <a:endParaRPr lang="en-US"/>
        </a:p>
      </dgm:t>
    </dgm:pt>
    <dgm:pt modelId="{87A1CA9E-8015-46AF-93D6-EE1D3F3AD5C1}">
      <dgm:prSet phldrT="[Text]"/>
      <dgm:spPr/>
      <dgm:t>
        <a:bodyPr/>
        <a:lstStyle/>
        <a:p>
          <a:r>
            <a:rPr lang="en-US"/>
            <a:t>Sales/Marketing Officer</a:t>
          </a:r>
        </a:p>
      </dgm:t>
    </dgm:pt>
    <dgm:pt modelId="{7234E199-931D-4959-B60C-805B744FE4F9}" type="parTrans" cxnId="{035C4B3B-0339-49CE-BC4E-C34BFD751E6B}">
      <dgm:prSet/>
      <dgm:spPr/>
      <dgm:t>
        <a:bodyPr/>
        <a:lstStyle/>
        <a:p>
          <a:endParaRPr lang="en-US"/>
        </a:p>
      </dgm:t>
    </dgm:pt>
    <dgm:pt modelId="{D9073235-2536-4339-8D96-3992A245CBD1}" type="sibTrans" cxnId="{035C4B3B-0339-49CE-BC4E-C34BFD751E6B}">
      <dgm:prSet/>
      <dgm:spPr/>
      <dgm:t>
        <a:bodyPr/>
        <a:lstStyle/>
        <a:p>
          <a:endParaRPr lang="en-US"/>
        </a:p>
      </dgm:t>
    </dgm:pt>
    <dgm:pt modelId="{D48570D4-3487-4CEE-8403-DE92AE1F481F}">
      <dgm:prSet/>
      <dgm:spPr/>
      <dgm:t>
        <a:bodyPr/>
        <a:lstStyle/>
        <a:p>
          <a:r>
            <a:rPr lang="en-US"/>
            <a:t>Technical Consultant</a:t>
          </a:r>
        </a:p>
      </dgm:t>
    </dgm:pt>
    <dgm:pt modelId="{8C1199F5-C559-4A6A-8BD5-490B394E4F41}" type="parTrans" cxnId="{5B422D04-3751-4E5B-BB8E-888A5BBAD315}">
      <dgm:prSet/>
      <dgm:spPr/>
      <dgm:t>
        <a:bodyPr/>
        <a:lstStyle/>
        <a:p>
          <a:endParaRPr lang="en-US"/>
        </a:p>
      </dgm:t>
    </dgm:pt>
    <dgm:pt modelId="{DF3F1DAE-D156-4299-A2D7-D36D12C71BAF}" type="sibTrans" cxnId="{5B422D04-3751-4E5B-BB8E-888A5BBAD315}">
      <dgm:prSet/>
      <dgm:spPr/>
      <dgm:t>
        <a:bodyPr/>
        <a:lstStyle/>
        <a:p>
          <a:endParaRPr lang="en-US"/>
        </a:p>
      </dgm:t>
    </dgm:pt>
    <dgm:pt modelId="{726B7723-BE6F-4EA7-B373-B975CC775804}">
      <dgm:prSet/>
      <dgm:spPr/>
      <dgm:t>
        <a:bodyPr/>
        <a:lstStyle/>
        <a:p>
          <a:r>
            <a:rPr lang="en-US"/>
            <a:t>Finance Consultant</a:t>
          </a:r>
        </a:p>
      </dgm:t>
    </dgm:pt>
    <dgm:pt modelId="{7094F4CD-28D0-44AA-B600-1FAF41645DE6}" type="parTrans" cxnId="{2FD368A3-8C64-4572-AD1B-CAC70A09688B}">
      <dgm:prSet/>
      <dgm:spPr/>
      <dgm:t>
        <a:bodyPr/>
        <a:lstStyle/>
        <a:p>
          <a:endParaRPr lang="en-US"/>
        </a:p>
      </dgm:t>
    </dgm:pt>
    <dgm:pt modelId="{13CAFDD7-3B20-4E1B-A4D9-3893ABB3DD00}" type="sibTrans" cxnId="{2FD368A3-8C64-4572-AD1B-CAC70A09688B}">
      <dgm:prSet/>
      <dgm:spPr/>
      <dgm:t>
        <a:bodyPr/>
        <a:lstStyle/>
        <a:p>
          <a:endParaRPr lang="en-US"/>
        </a:p>
      </dgm:t>
    </dgm:pt>
    <dgm:pt modelId="{F7D80E61-B706-4B9F-BC45-1E0A223EC870}">
      <dgm:prSet/>
      <dgm:spPr/>
      <dgm:t>
        <a:bodyPr/>
        <a:lstStyle/>
        <a:p>
          <a:r>
            <a:rPr lang="en-US"/>
            <a:t>Technical Consultant 2</a:t>
          </a:r>
        </a:p>
      </dgm:t>
    </dgm:pt>
    <dgm:pt modelId="{9559BFDC-E991-4483-BC98-BD673608455B}" type="parTrans" cxnId="{E334C505-E158-4268-BC22-027A6F4803B8}">
      <dgm:prSet/>
      <dgm:spPr/>
      <dgm:t>
        <a:bodyPr/>
        <a:lstStyle/>
        <a:p>
          <a:endParaRPr lang="en-US"/>
        </a:p>
      </dgm:t>
    </dgm:pt>
    <dgm:pt modelId="{E522A528-930F-4196-B7FC-0AA40E9329A6}" type="sibTrans" cxnId="{E334C505-E158-4268-BC22-027A6F4803B8}">
      <dgm:prSet/>
      <dgm:spPr/>
      <dgm:t>
        <a:bodyPr/>
        <a:lstStyle/>
        <a:p>
          <a:endParaRPr lang="en-US"/>
        </a:p>
      </dgm:t>
    </dgm:pt>
    <dgm:pt modelId="{867FE7A3-0FC3-4FB6-9272-30F0642F92EF}" type="pres">
      <dgm:prSet presAssocID="{C43A3DEC-0297-4A52-9253-90438A719634}" presName="hierChild1" presStyleCnt="0">
        <dgm:presLayoutVars>
          <dgm:chPref val="1"/>
          <dgm:dir/>
          <dgm:animOne val="branch"/>
          <dgm:animLvl val="lvl"/>
          <dgm:resizeHandles/>
        </dgm:presLayoutVars>
      </dgm:prSet>
      <dgm:spPr/>
      <dgm:t>
        <a:bodyPr/>
        <a:lstStyle/>
        <a:p>
          <a:endParaRPr lang="en-US"/>
        </a:p>
      </dgm:t>
    </dgm:pt>
    <dgm:pt modelId="{60707889-74A6-47F9-981E-A41723A2BB38}" type="pres">
      <dgm:prSet presAssocID="{1AF34D23-91F7-42A3-A42B-888D2DFAFF1E}" presName="hierRoot1" presStyleCnt="0"/>
      <dgm:spPr/>
      <dgm:t>
        <a:bodyPr/>
        <a:lstStyle/>
        <a:p>
          <a:endParaRPr lang="en-US"/>
        </a:p>
      </dgm:t>
    </dgm:pt>
    <dgm:pt modelId="{B7BD76C8-4A85-4019-B2CE-DE364B98309B}" type="pres">
      <dgm:prSet presAssocID="{1AF34D23-91F7-42A3-A42B-888D2DFAFF1E}" presName="composite" presStyleCnt="0"/>
      <dgm:spPr/>
      <dgm:t>
        <a:bodyPr/>
        <a:lstStyle/>
        <a:p>
          <a:endParaRPr lang="en-US"/>
        </a:p>
      </dgm:t>
    </dgm:pt>
    <dgm:pt modelId="{9FAE552A-6D81-4A71-B82D-9E6EEE5B20B8}" type="pres">
      <dgm:prSet presAssocID="{1AF34D23-91F7-42A3-A42B-888D2DFAFF1E}" presName="background" presStyleLbl="node0" presStyleIdx="0" presStyleCnt="1"/>
      <dgm:spPr/>
      <dgm:t>
        <a:bodyPr/>
        <a:lstStyle/>
        <a:p>
          <a:endParaRPr lang="en-US"/>
        </a:p>
      </dgm:t>
    </dgm:pt>
    <dgm:pt modelId="{DC6A4FE2-7A49-4246-BC66-18548FC3414D}" type="pres">
      <dgm:prSet presAssocID="{1AF34D23-91F7-42A3-A42B-888D2DFAFF1E}" presName="text" presStyleLbl="fgAcc0" presStyleIdx="0" presStyleCnt="1">
        <dgm:presLayoutVars>
          <dgm:chPref val="3"/>
        </dgm:presLayoutVars>
      </dgm:prSet>
      <dgm:spPr/>
      <dgm:t>
        <a:bodyPr/>
        <a:lstStyle/>
        <a:p>
          <a:endParaRPr lang="en-US"/>
        </a:p>
      </dgm:t>
    </dgm:pt>
    <dgm:pt modelId="{E19EDF2A-603A-4376-9F07-1DCDB9BCF7C2}" type="pres">
      <dgm:prSet presAssocID="{1AF34D23-91F7-42A3-A42B-888D2DFAFF1E}" presName="hierChild2" presStyleCnt="0"/>
      <dgm:spPr/>
      <dgm:t>
        <a:bodyPr/>
        <a:lstStyle/>
        <a:p>
          <a:endParaRPr lang="en-US"/>
        </a:p>
      </dgm:t>
    </dgm:pt>
    <dgm:pt modelId="{1664AE33-FD78-4594-AB05-0C650B1A9DDA}" type="pres">
      <dgm:prSet presAssocID="{820E8737-7BC9-4E78-99C4-67DED33CBFEE}" presName="Name10" presStyleLbl="parChTrans1D2" presStyleIdx="0" presStyleCnt="3"/>
      <dgm:spPr/>
      <dgm:t>
        <a:bodyPr/>
        <a:lstStyle/>
        <a:p>
          <a:endParaRPr lang="en-US"/>
        </a:p>
      </dgm:t>
    </dgm:pt>
    <dgm:pt modelId="{3CCCD597-531A-4D8E-B7CC-3EE82E9AA51C}" type="pres">
      <dgm:prSet presAssocID="{8A049539-F840-448F-B608-7EDB31EFBA84}" presName="hierRoot2" presStyleCnt="0"/>
      <dgm:spPr/>
      <dgm:t>
        <a:bodyPr/>
        <a:lstStyle/>
        <a:p>
          <a:endParaRPr lang="en-US"/>
        </a:p>
      </dgm:t>
    </dgm:pt>
    <dgm:pt modelId="{02B41692-1A33-4FFB-862D-BD1B09FA6737}" type="pres">
      <dgm:prSet presAssocID="{8A049539-F840-448F-B608-7EDB31EFBA84}" presName="composite2" presStyleCnt="0"/>
      <dgm:spPr/>
      <dgm:t>
        <a:bodyPr/>
        <a:lstStyle/>
        <a:p>
          <a:endParaRPr lang="en-US"/>
        </a:p>
      </dgm:t>
    </dgm:pt>
    <dgm:pt modelId="{37A12594-1F31-44DC-A260-ED14987E53FC}" type="pres">
      <dgm:prSet presAssocID="{8A049539-F840-448F-B608-7EDB31EFBA84}" presName="background2" presStyleLbl="node2" presStyleIdx="0" presStyleCnt="3"/>
      <dgm:spPr/>
      <dgm:t>
        <a:bodyPr/>
        <a:lstStyle/>
        <a:p>
          <a:endParaRPr lang="en-US"/>
        </a:p>
      </dgm:t>
    </dgm:pt>
    <dgm:pt modelId="{A83309C7-4C1C-4398-B434-95BC06C8A853}" type="pres">
      <dgm:prSet presAssocID="{8A049539-F840-448F-B608-7EDB31EFBA84}" presName="text2" presStyleLbl="fgAcc2" presStyleIdx="0" presStyleCnt="3">
        <dgm:presLayoutVars>
          <dgm:chPref val="3"/>
        </dgm:presLayoutVars>
      </dgm:prSet>
      <dgm:spPr/>
      <dgm:t>
        <a:bodyPr/>
        <a:lstStyle/>
        <a:p>
          <a:endParaRPr lang="en-US"/>
        </a:p>
      </dgm:t>
    </dgm:pt>
    <dgm:pt modelId="{D62D5AA8-2A74-46C1-AF7B-5B1163DEFDA2}" type="pres">
      <dgm:prSet presAssocID="{8A049539-F840-448F-B608-7EDB31EFBA84}" presName="hierChild3" presStyleCnt="0"/>
      <dgm:spPr/>
      <dgm:t>
        <a:bodyPr/>
        <a:lstStyle/>
        <a:p>
          <a:endParaRPr lang="en-US"/>
        </a:p>
      </dgm:t>
    </dgm:pt>
    <dgm:pt modelId="{D759821F-8784-4EEE-9FD3-CDF434068943}" type="pres">
      <dgm:prSet presAssocID="{8C1199F5-C559-4A6A-8BD5-490B394E4F41}" presName="Name17" presStyleLbl="parChTrans1D3" presStyleIdx="0" presStyleCnt="4"/>
      <dgm:spPr/>
      <dgm:t>
        <a:bodyPr/>
        <a:lstStyle/>
        <a:p>
          <a:endParaRPr lang="en-US"/>
        </a:p>
      </dgm:t>
    </dgm:pt>
    <dgm:pt modelId="{EDF7B9FF-F599-4929-ADE9-FDA47FD94418}" type="pres">
      <dgm:prSet presAssocID="{D48570D4-3487-4CEE-8403-DE92AE1F481F}" presName="hierRoot3" presStyleCnt="0"/>
      <dgm:spPr/>
    </dgm:pt>
    <dgm:pt modelId="{DD2A23F5-CC7E-4798-897D-3AD8DA3FE99F}" type="pres">
      <dgm:prSet presAssocID="{D48570D4-3487-4CEE-8403-DE92AE1F481F}" presName="composite3" presStyleCnt="0"/>
      <dgm:spPr/>
    </dgm:pt>
    <dgm:pt modelId="{6D4BF101-38CA-4C6D-893D-DC85DC0B3124}" type="pres">
      <dgm:prSet presAssocID="{D48570D4-3487-4CEE-8403-DE92AE1F481F}" presName="background3" presStyleLbl="node3" presStyleIdx="0" presStyleCnt="4"/>
      <dgm:spPr/>
    </dgm:pt>
    <dgm:pt modelId="{E0A16A3A-694B-48B4-A739-4693E5D2C218}" type="pres">
      <dgm:prSet presAssocID="{D48570D4-3487-4CEE-8403-DE92AE1F481F}" presName="text3" presStyleLbl="fgAcc3" presStyleIdx="0" presStyleCnt="4">
        <dgm:presLayoutVars>
          <dgm:chPref val="3"/>
        </dgm:presLayoutVars>
      </dgm:prSet>
      <dgm:spPr/>
      <dgm:t>
        <a:bodyPr/>
        <a:lstStyle/>
        <a:p>
          <a:endParaRPr lang="en-US"/>
        </a:p>
      </dgm:t>
    </dgm:pt>
    <dgm:pt modelId="{848EEBAA-79A5-49E4-8E8E-96253C659995}" type="pres">
      <dgm:prSet presAssocID="{D48570D4-3487-4CEE-8403-DE92AE1F481F}" presName="hierChild4" presStyleCnt="0"/>
      <dgm:spPr/>
    </dgm:pt>
    <dgm:pt modelId="{481D0D8A-CD49-40BF-923E-AF454CA4EF6A}" type="pres">
      <dgm:prSet presAssocID="{9559BFDC-E991-4483-BC98-BD673608455B}" presName="Name23" presStyleLbl="parChTrans1D4" presStyleIdx="0" presStyleCnt="1"/>
      <dgm:spPr/>
      <dgm:t>
        <a:bodyPr/>
        <a:lstStyle/>
        <a:p>
          <a:endParaRPr lang="en-US"/>
        </a:p>
      </dgm:t>
    </dgm:pt>
    <dgm:pt modelId="{1E440F87-049B-408D-BB21-5D63B3DFA18B}" type="pres">
      <dgm:prSet presAssocID="{F7D80E61-B706-4B9F-BC45-1E0A223EC870}" presName="hierRoot4" presStyleCnt="0"/>
      <dgm:spPr/>
    </dgm:pt>
    <dgm:pt modelId="{1A08CB22-5B9B-4BA1-BD82-0744E5C80532}" type="pres">
      <dgm:prSet presAssocID="{F7D80E61-B706-4B9F-BC45-1E0A223EC870}" presName="composite4" presStyleCnt="0"/>
      <dgm:spPr/>
    </dgm:pt>
    <dgm:pt modelId="{4760A8E9-8DC9-4EED-8E06-C641E3F34295}" type="pres">
      <dgm:prSet presAssocID="{F7D80E61-B706-4B9F-BC45-1E0A223EC870}" presName="background4" presStyleLbl="node4" presStyleIdx="0" presStyleCnt="1"/>
      <dgm:spPr/>
    </dgm:pt>
    <dgm:pt modelId="{220D34FC-82C7-43BD-9F73-40E0C56538BF}" type="pres">
      <dgm:prSet presAssocID="{F7D80E61-B706-4B9F-BC45-1E0A223EC870}" presName="text4" presStyleLbl="fgAcc4" presStyleIdx="0" presStyleCnt="1" custScaleX="106733">
        <dgm:presLayoutVars>
          <dgm:chPref val="3"/>
        </dgm:presLayoutVars>
      </dgm:prSet>
      <dgm:spPr/>
      <dgm:t>
        <a:bodyPr/>
        <a:lstStyle/>
        <a:p>
          <a:endParaRPr lang="en-US"/>
        </a:p>
      </dgm:t>
    </dgm:pt>
    <dgm:pt modelId="{78466AC5-E101-489D-BCE5-C96CB3E82995}" type="pres">
      <dgm:prSet presAssocID="{F7D80E61-B706-4B9F-BC45-1E0A223EC870}" presName="hierChild5" presStyleCnt="0"/>
      <dgm:spPr/>
    </dgm:pt>
    <dgm:pt modelId="{FB150F05-13D7-4F13-9F69-1B026314A0FD}" type="pres">
      <dgm:prSet presAssocID="{B0012481-B1CE-4969-B74C-67743976B09C}" presName="Name10" presStyleLbl="parChTrans1D2" presStyleIdx="1" presStyleCnt="3"/>
      <dgm:spPr/>
      <dgm:t>
        <a:bodyPr/>
        <a:lstStyle/>
        <a:p>
          <a:endParaRPr lang="en-US"/>
        </a:p>
      </dgm:t>
    </dgm:pt>
    <dgm:pt modelId="{1E357BBA-D997-4E0B-9EAC-6170BF2876DA}" type="pres">
      <dgm:prSet presAssocID="{D64DCAD3-BB15-4689-8705-14443A07EE4C}" presName="hierRoot2" presStyleCnt="0"/>
      <dgm:spPr/>
      <dgm:t>
        <a:bodyPr/>
        <a:lstStyle/>
        <a:p>
          <a:endParaRPr lang="en-US"/>
        </a:p>
      </dgm:t>
    </dgm:pt>
    <dgm:pt modelId="{BC3C81E9-F45A-4392-91DB-05EA15E44884}" type="pres">
      <dgm:prSet presAssocID="{D64DCAD3-BB15-4689-8705-14443A07EE4C}" presName="composite2" presStyleCnt="0"/>
      <dgm:spPr/>
      <dgm:t>
        <a:bodyPr/>
        <a:lstStyle/>
        <a:p>
          <a:endParaRPr lang="en-US"/>
        </a:p>
      </dgm:t>
    </dgm:pt>
    <dgm:pt modelId="{8C1FFD47-4994-4851-B416-B1FB1080B73D}" type="pres">
      <dgm:prSet presAssocID="{D64DCAD3-BB15-4689-8705-14443A07EE4C}" presName="background2" presStyleLbl="node2" presStyleIdx="1" presStyleCnt="3"/>
      <dgm:spPr/>
      <dgm:t>
        <a:bodyPr/>
        <a:lstStyle/>
        <a:p>
          <a:endParaRPr lang="en-US"/>
        </a:p>
      </dgm:t>
    </dgm:pt>
    <dgm:pt modelId="{EFA3953D-2779-48F6-B25F-28374DCF4330}" type="pres">
      <dgm:prSet presAssocID="{D64DCAD3-BB15-4689-8705-14443A07EE4C}" presName="text2" presStyleLbl="fgAcc2" presStyleIdx="1" presStyleCnt="3">
        <dgm:presLayoutVars>
          <dgm:chPref val="3"/>
        </dgm:presLayoutVars>
      </dgm:prSet>
      <dgm:spPr/>
      <dgm:t>
        <a:bodyPr/>
        <a:lstStyle/>
        <a:p>
          <a:endParaRPr lang="en-US"/>
        </a:p>
      </dgm:t>
    </dgm:pt>
    <dgm:pt modelId="{7FB5650A-A93D-4CCE-B500-49F0BE147B10}" type="pres">
      <dgm:prSet presAssocID="{D64DCAD3-BB15-4689-8705-14443A07EE4C}" presName="hierChild3" presStyleCnt="0"/>
      <dgm:spPr/>
      <dgm:t>
        <a:bodyPr/>
        <a:lstStyle/>
        <a:p>
          <a:endParaRPr lang="en-US"/>
        </a:p>
      </dgm:t>
    </dgm:pt>
    <dgm:pt modelId="{254E1E00-5AC6-4A72-B02F-DE45C78C64B4}" type="pres">
      <dgm:prSet presAssocID="{7094F4CD-28D0-44AA-B600-1FAF41645DE6}" presName="Name17" presStyleLbl="parChTrans1D3" presStyleIdx="1" presStyleCnt="4"/>
      <dgm:spPr/>
      <dgm:t>
        <a:bodyPr/>
        <a:lstStyle/>
        <a:p>
          <a:endParaRPr lang="en-US"/>
        </a:p>
      </dgm:t>
    </dgm:pt>
    <dgm:pt modelId="{15A2936E-DD3E-4FD4-8185-52C1EB1C292C}" type="pres">
      <dgm:prSet presAssocID="{726B7723-BE6F-4EA7-B373-B975CC775804}" presName="hierRoot3" presStyleCnt="0"/>
      <dgm:spPr/>
    </dgm:pt>
    <dgm:pt modelId="{40FE4AB6-C884-488F-8938-78ADD96D1736}" type="pres">
      <dgm:prSet presAssocID="{726B7723-BE6F-4EA7-B373-B975CC775804}" presName="composite3" presStyleCnt="0"/>
      <dgm:spPr/>
    </dgm:pt>
    <dgm:pt modelId="{6373276E-69F8-420E-B8B4-E699BDCC0C7E}" type="pres">
      <dgm:prSet presAssocID="{726B7723-BE6F-4EA7-B373-B975CC775804}" presName="background3" presStyleLbl="node3" presStyleIdx="1" presStyleCnt="4"/>
      <dgm:spPr/>
    </dgm:pt>
    <dgm:pt modelId="{E3C5BBF2-D3D6-43ED-A56C-AA535FCC205E}" type="pres">
      <dgm:prSet presAssocID="{726B7723-BE6F-4EA7-B373-B975CC775804}" presName="text3" presStyleLbl="fgAcc3" presStyleIdx="1" presStyleCnt="4">
        <dgm:presLayoutVars>
          <dgm:chPref val="3"/>
        </dgm:presLayoutVars>
      </dgm:prSet>
      <dgm:spPr/>
      <dgm:t>
        <a:bodyPr/>
        <a:lstStyle/>
        <a:p>
          <a:endParaRPr lang="en-US"/>
        </a:p>
      </dgm:t>
    </dgm:pt>
    <dgm:pt modelId="{421ECD89-70E6-42C5-809D-C1C5441F96D6}" type="pres">
      <dgm:prSet presAssocID="{726B7723-BE6F-4EA7-B373-B975CC775804}" presName="hierChild4" presStyleCnt="0"/>
      <dgm:spPr/>
    </dgm:pt>
    <dgm:pt modelId="{4E7AB940-613E-4C25-B4B5-1E98D20E2246}" type="pres">
      <dgm:prSet presAssocID="{7D888DE7-A22B-49D4-85F6-F7FB0942C1D8}" presName="Name10" presStyleLbl="parChTrans1D2" presStyleIdx="2" presStyleCnt="3"/>
      <dgm:spPr/>
      <dgm:t>
        <a:bodyPr/>
        <a:lstStyle/>
        <a:p>
          <a:endParaRPr lang="en-US"/>
        </a:p>
      </dgm:t>
    </dgm:pt>
    <dgm:pt modelId="{B6AABD8C-4F12-4AB5-88C7-D7A1C319CB43}" type="pres">
      <dgm:prSet presAssocID="{36ECF37E-17FA-4EF7-B84B-2BA794789CF3}" presName="hierRoot2" presStyleCnt="0"/>
      <dgm:spPr/>
      <dgm:t>
        <a:bodyPr/>
        <a:lstStyle/>
        <a:p>
          <a:endParaRPr lang="en-US"/>
        </a:p>
      </dgm:t>
    </dgm:pt>
    <dgm:pt modelId="{AC37E215-F275-419C-A567-D6A3FF40F16E}" type="pres">
      <dgm:prSet presAssocID="{36ECF37E-17FA-4EF7-B84B-2BA794789CF3}" presName="composite2" presStyleCnt="0"/>
      <dgm:spPr/>
      <dgm:t>
        <a:bodyPr/>
        <a:lstStyle/>
        <a:p>
          <a:endParaRPr lang="en-US"/>
        </a:p>
      </dgm:t>
    </dgm:pt>
    <dgm:pt modelId="{BAB94190-5A55-4ECA-A420-24B8C1D0CBDB}" type="pres">
      <dgm:prSet presAssocID="{36ECF37E-17FA-4EF7-B84B-2BA794789CF3}" presName="background2" presStyleLbl="node2" presStyleIdx="2" presStyleCnt="3"/>
      <dgm:spPr/>
      <dgm:t>
        <a:bodyPr/>
        <a:lstStyle/>
        <a:p>
          <a:endParaRPr lang="en-US"/>
        </a:p>
      </dgm:t>
    </dgm:pt>
    <dgm:pt modelId="{E43C3CDE-1E42-4B38-A628-CDE76A35BF92}" type="pres">
      <dgm:prSet presAssocID="{36ECF37E-17FA-4EF7-B84B-2BA794789CF3}" presName="text2" presStyleLbl="fgAcc2" presStyleIdx="2" presStyleCnt="3">
        <dgm:presLayoutVars>
          <dgm:chPref val="3"/>
        </dgm:presLayoutVars>
      </dgm:prSet>
      <dgm:spPr/>
      <dgm:t>
        <a:bodyPr/>
        <a:lstStyle/>
        <a:p>
          <a:endParaRPr lang="en-US"/>
        </a:p>
      </dgm:t>
    </dgm:pt>
    <dgm:pt modelId="{27A802EC-B780-4AB1-842B-5B4AE89C3542}" type="pres">
      <dgm:prSet presAssocID="{36ECF37E-17FA-4EF7-B84B-2BA794789CF3}" presName="hierChild3" presStyleCnt="0"/>
      <dgm:spPr/>
      <dgm:t>
        <a:bodyPr/>
        <a:lstStyle/>
        <a:p>
          <a:endParaRPr lang="en-US"/>
        </a:p>
      </dgm:t>
    </dgm:pt>
    <dgm:pt modelId="{2A5BC44A-75D6-4F23-9129-7008D5C64F2C}" type="pres">
      <dgm:prSet presAssocID="{7234E199-931D-4959-B60C-805B744FE4F9}" presName="Name17" presStyleLbl="parChTrans1D3" presStyleIdx="2" presStyleCnt="4"/>
      <dgm:spPr/>
      <dgm:t>
        <a:bodyPr/>
        <a:lstStyle/>
        <a:p>
          <a:endParaRPr lang="en-US"/>
        </a:p>
      </dgm:t>
    </dgm:pt>
    <dgm:pt modelId="{97B90726-4546-4EB7-B7BC-2C1513E0DA3C}" type="pres">
      <dgm:prSet presAssocID="{87A1CA9E-8015-46AF-93D6-EE1D3F3AD5C1}" presName="hierRoot3" presStyleCnt="0"/>
      <dgm:spPr/>
      <dgm:t>
        <a:bodyPr/>
        <a:lstStyle/>
        <a:p>
          <a:endParaRPr lang="en-US"/>
        </a:p>
      </dgm:t>
    </dgm:pt>
    <dgm:pt modelId="{24586D41-F567-4AC0-8691-8A7603B07FDC}" type="pres">
      <dgm:prSet presAssocID="{87A1CA9E-8015-46AF-93D6-EE1D3F3AD5C1}" presName="composite3" presStyleCnt="0"/>
      <dgm:spPr/>
      <dgm:t>
        <a:bodyPr/>
        <a:lstStyle/>
        <a:p>
          <a:endParaRPr lang="en-US"/>
        </a:p>
      </dgm:t>
    </dgm:pt>
    <dgm:pt modelId="{C929778E-7625-472C-8DA8-BE60739ED932}" type="pres">
      <dgm:prSet presAssocID="{87A1CA9E-8015-46AF-93D6-EE1D3F3AD5C1}" presName="background3" presStyleLbl="node3" presStyleIdx="2" presStyleCnt="4"/>
      <dgm:spPr/>
      <dgm:t>
        <a:bodyPr/>
        <a:lstStyle/>
        <a:p>
          <a:endParaRPr lang="en-US"/>
        </a:p>
      </dgm:t>
    </dgm:pt>
    <dgm:pt modelId="{3783B9ED-A274-4146-8839-F3D02537E849}" type="pres">
      <dgm:prSet presAssocID="{87A1CA9E-8015-46AF-93D6-EE1D3F3AD5C1}" presName="text3" presStyleLbl="fgAcc3" presStyleIdx="2" presStyleCnt="4" custScaleX="83063">
        <dgm:presLayoutVars>
          <dgm:chPref val="3"/>
        </dgm:presLayoutVars>
      </dgm:prSet>
      <dgm:spPr/>
      <dgm:t>
        <a:bodyPr/>
        <a:lstStyle/>
        <a:p>
          <a:endParaRPr lang="en-US"/>
        </a:p>
      </dgm:t>
    </dgm:pt>
    <dgm:pt modelId="{D1DA52E7-F96F-4091-AE43-8981149C4A6B}" type="pres">
      <dgm:prSet presAssocID="{87A1CA9E-8015-46AF-93D6-EE1D3F3AD5C1}" presName="hierChild4" presStyleCnt="0"/>
      <dgm:spPr/>
      <dgm:t>
        <a:bodyPr/>
        <a:lstStyle/>
        <a:p>
          <a:endParaRPr lang="en-US"/>
        </a:p>
      </dgm:t>
    </dgm:pt>
    <dgm:pt modelId="{E30EEC96-7DB8-4E5B-BAB0-8AA970F94927}" type="pres">
      <dgm:prSet presAssocID="{BF16F307-3440-458E-AD93-88C5A5FCDE85}" presName="Name17" presStyleLbl="parChTrans1D3" presStyleIdx="3" presStyleCnt="4"/>
      <dgm:spPr/>
      <dgm:t>
        <a:bodyPr/>
        <a:lstStyle/>
        <a:p>
          <a:endParaRPr lang="en-US"/>
        </a:p>
      </dgm:t>
    </dgm:pt>
    <dgm:pt modelId="{37515184-DF43-461E-957D-9E904CB12B3E}" type="pres">
      <dgm:prSet presAssocID="{05254205-358A-409E-8B87-974C56BF7385}" presName="hierRoot3" presStyleCnt="0"/>
      <dgm:spPr/>
      <dgm:t>
        <a:bodyPr/>
        <a:lstStyle/>
        <a:p>
          <a:endParaRPr lang="en-US"/>
        </a:p>
      </dgm:t>
    </dgm:pt>
    <dgm:pt modelId="{95B9425C-A5D1-4A37-ACB2-A6768481BCBD}" type="pres">
      <dgm:prSet presAssocID="{05254205-358A-409E-8B87-974C56BF7385}" presName="composite3" presStyleCnt="0"/>
      <dgm:spPr/>
      <dgm:t>
        <a:bodyPr/>
        <a:lstStyle/>
        <a:p>
          <a:endParaRPr lang="en-US"/>
        </a:p>
      </dgm:t>
    </dgm:pt>
    <dgm:pt modelId="{E1724F85-E94E-4FBD-A77F-5E0A69AC7964}" type="pres">
      <dgm:prSet presAssocID="{05254205-358A-409E-8B87-974C56BF7385}" presName="background3" presStyleLbl="node3" presStyleIdx="3" presStyleCnt="4"/>
      <dgm:spPr/>
      <dgm:t>
        <a:bodyPr/>
        <a:lstStyle/>
        <a:p>
          <a:endParaRPr lang="en-US"/>
        </a:p>
      </dgm:t>
    </dgm:pt>
    <dgm:pt modelId="{44869B01-6DC1-475A-A6BB-9F7D7DCC4455}" type="pres">
      <dgm:prSet presAssocID="{05254205-358A-409E-8B87-974C56BF7385}" presName="text3" presStyleLbl="fgAcc3" presStyleIdx="3" presStyleCnt="4">
        <dgm:presLayoutVars>
          <dgm:chPref val="3"/>
        </dgm:presLayoutVars>
      </dgm:prSet>
      <dgm:spPr/>
      <dgm:t>
        <a:bodyPr/>
        <a:lstStyle/>
        <a:p>
          <a:endParaRPr lang="en-US"/>
        </a:p>
      </dgm:t>
    </dgm:pt>
    <dgm:pt modelId="{6FBE6B0D-0B46-4968-B37F-F5B7AF8AEB9D}" type="pres">
      <dgm:prSet presAssocID="{05254205-358A-409E-8B87-974C56BF7385}" presName="hierChild4" presStyleCnt="0"/>
      <dgm:spPr/>
      <dgm:t>
        <a:bodyPr/>
        <a:lstStyle/>
        <a:p>
          <a:endParaRPr lang="en-US"/>
        </a:p>
      </dgm:t>
    </dgm:pt>
  </dgm:ptLst>
  <dgm:cxnLst>
    <dgm:cxn modelId="{FCF273B0-C1F1-4FDB-83C7-487A16E3C608}" type="presOf" srcId="{820E8737-7BC9-4E78-99C4-67DED33CBFEE}" destId="{1664AE33-FD78-4594-AB05-0C650B1A9DDA}" srcOrd="0" destOrd="0" presId="urn:microsoft.com/office/officeart/2005/8/layout/hierarchy1"/>
    <dgm:cxn modelId="{80BF391B-E6FF-48A0-ACF4-333EAC46C717}" type="presOf" srcId="{9559BFDC-E991-4483-BC98-BD673608455B}" destId="{481D0D8A-CD49-40BF-923E-AF454CA4EF6A}" srcOrd="0" destOrd="0" presId="urn:microsoft.com/office/officeart/2005/8/layout/hierarchy1"/>
    <dgm:cxn modelId="{FE69907F-54A6-42BF-A4B7-775226D9194E}" type="presOf" srcId="{1AF34D23-91F7-42A3-A42B-888D2DFAFF1E}" destId="{DC6A4FE2-7A49-4246-BC66-18548FC3414D}" srcOrd="0" destOrd="0" presId="urn:microsoft.com/office/officeart/2005/8/layout/hierarchy1"/>
    <dgm:cxn modelId="{5B422D04-3751-4E5B-BB8E-888A5BBAD315}" srcId="{8A049539-F840-448F-B608-7EDB31EFBA84}" destId="{D48570D4-3487-4CEE-8403-DE92AE1F481F}" srcOrd="0" destOrd="0" parTransId="{8C1199F5-C559-4A6A-8BD5-490B394E4F41}" sibTransId="{DF3F1DAE-D156-4299-A2D7-D36D12C71BAF}"/>
    <dgm:cxn modelId="{1C6743FA-4343-4ABD-9767-99ADE1F33DE2}" type="presOf" srcId="{7094F4CD-28D0-44AA-B600-1FAF41645DE6}" destId="{254E1E00-5AC6-4A72-B02F-DE45C78C64B4}" srcOrd="0" destOrd="0" presId="urn:microsoft.com/office/officeart/2005/8/layout/hierarchy1"/>
    <dgm:cxn modelId="{90289E39-7975-40CD-9FE2-A7620105A460}" srcId="{1AF34D23-91F7-42A3-A42B-888D2DFAFF1E}" destId="{36ECF37E-17FA-4EF7-B84B-2BA794789CF3}" srcOrd="2" destOrd="0" parTransId="{7D888DE7-A22B-49D4-85F6-F7FB0942C1D8}" sibTransId="{E52931CF-0362-45A4-9498-E2236E4C96CE}"/>
    <dgm:cxn modelId="{2FD368A3-8C64-4572-AD1B-CAC70A09688B}" srcId="{D64DCAD3-BB15-4689-8705-14443A07EE4C}" destId="{726B7723-BE6F-4EA7-B373-B975CC775804}" srcOrd="0" destOrd="0" parTransId="{7094F4CD-28D0-44AA-B600-1FAF41645DE6}" sibTransId="{13CAFDD7-3B20-4E1B-A4D9-3893ABB3DD00}"/>
    <dgm:cxn modelId="{08137C7B-8983-4D52-9417-EACFC18E1553}" type="presOf" srcId="{8C1199F5-C559-4A6A-8BD5-490B394E4F41}" destId="{D759821F-8784-4EEE-9FD3-CDF434068943}" srcOrd="0" destOrd="0" presId="urn:microsoft.com/office/officeart/2005/8/layout/hierarchy1"/>
    <dgm:cxn modelId="{AB4228F4-C4AD-42F3-9662-697E0949EF9D}" type="presOf" srcId="{05254205-358A-409E-8B87-974C56BF7385}" destId="{44869B01-6DC1-475A-A6BB-9F7D7DCC4455}" srcOrd="0" destOrd="0" presId="urn:microsoft.com/office/officeart/2005/8/layout/hierarchy1"/>
    <dgm:cxn modelId="{76F78A48-F279-43EC-91CF-95E42A0472CE}" type="presOf" srcId="{B0012481-B1CE-4969-B74C-67743976B09C}" destId="{FB150F05-13D7-4F13-9F69-1B026314A0FD}" srcOrd="0" destOrd="0" presId="urn:microsoft.com/office/officeart/2005/8/layout/hierarchy1"/>
    <dgm:cxn modelId="{E2296D63-9AF1-476B-B56F-52FB1677724B}" type="presOf" srcId="{726B7723-BE6F-4EA7-B373-B975CC775804}" destId="{E3C5BBF2-D3D6-43ED-A56C-AA535FCC205E}" srcOrd="0" destOrd="0" presId="urn:microsoft.com/office/officeart/2005/8/layout/hierarchy1"/>
    <dgm:cxn modelId="{57319FAB-E608-4469-904C-FCB13058DA20}" type="presOf" srcId="{D48570D4-3487-4CEE-8403-DE92AE1F481F}" destId="{E0A16A3A-694B-48B4-A739-4693E5D2C218}" srcOrd="0" destOrd="0" presId="urn:microsoft.com/office/officeart/2005/8/layout/hierarchy1"/>
    <dgm:cxn modelId="{DB97610A-B30E-4197-B027-A8223B0E4D45}" srcId="{36ECF37E-17FA-4EF7-B84B-2BA794789CF3}" destId="{05254205-358A-409E-8B87-974C56BF7385}" srcOrd="1" destOrd="0" parTransId="{BF16F307-3440-458E-AD93-88C5A5FCDE85}" sibTransId="{A5D8F80A-C3EA-4D1E-B959-A49B2997B277}"/>
    <dgm:cxn modelId="{B02D3EDB-823E-410D-9730-CDE21FC7A13F}" type="presOf" srcId="{D64DCAD3-BB15-4689-8705-14443A07EE4C}" destId="{EFA3953D-2779-48F6-B25F-28374DCF4330}" srcOrd="0" destOrd="0" presId="urn:microsoft.com/office/officeart/2005/8/layout/hierarchy1"/>
    <dgm:cxn modelId="{FC24DA02-DA83-4396-8463-2213CC724B2D}" srcId="{C43A3DEC-0297-4A52-9253-90438A719634}" destId="{1AF34D23-91F7-42A3-A42B-888D2DFAFF1E}" srcOrd="0" destOrd="0" parTransId="{F53BFF7A-3FF7-48A9-91FC-42D707C82293}" sibTransId="{5DCE69B7-29BD-4927-BFB3-9F8D0D6BB7BB}"/>
    <dgm:cxn modelId="{59095E5B-1477-4B92-8D2C-9EF346664045}" type="presOf" srcId="{C43A3DEC-0297-4A52-9253-90438A719634}" destId="{867FE7A3-0FC3-4FB6-9272-30F0642F92EF}" srcOrd="0" destOrd="0" presId="urn:microsoft.com/office/officeart/2005/8/layout/hierarchy1"/>
    <dgm:cxn modelId="{F9D28B4F-5095-488D-BFAF-B9AA6943643B}" srcId="{1AF34D23-91F7-42A3-A42B-888D2DFAFF1E}" destId="{8A049539-F840-448F-B608-7EDB31EFBA84}" srcOrd="0" destOrd="0" parTransId="{820E8737-7BC9-4E78-99C4-67DED33CBFEE}" sibTransId="{9D62BE87-D951-4C2E-8EEE-033887DB9316}"/>
    <dgm:cxn modelId="{C4EDAA85-80B4-42D5-BA2A-4DC32EFF06D4}" type="presOf" srcId="{F7D80E61-B706-4B9F-BC45-1E0A223EC870}" destId="{220D34FC-82C7-43BD-9F73-40E0C56538BF}" srcOrd="0" destOrd="0" presId="urn:microsoft.com/office/officeart/2005/8/layout/hierarchy1"/>
    <dgm:cxn modelId="{CBE48B65-EF9D-4F20-AB2D-830014BE8345}" type="presOf" srcId="{36ECF37E-17FA-4EF7-B84B-2BA794789CF3}" destId="{E43C3CDE-1E42-4B38-A628-CDE76A35BF92}" srcOrd="0" destOrd="0" presId="urn:microsoft.com/office/officeart/2005/8/layout/hierarchy1"/>
    <dgm:cxn modelId="{DBCD30F3-86A8-47EF-92F9-AEFB67CD18C4}" type="presOf" srcId="{7234E199-931D-4959-B60C-805B744FE4F9}" destId="{2A5BC44A-75D6-4F23-9129-7008D5C64F2C}" srcOrd="0" destOrd="0" presId="urn:microsoft.com/office/officeart/2005/8/layout/hierarchy1"/>
    <dgm:cxn modelId="{F64F5AD0-4414-445C-B7A4-2F6C60AF8EEC}" type="presOf" srcId="{87A1CA9E-8015-46AF-93D6-EE1D3F3AD5C1}" destId="{3783B9ED-A274-4146-8839-F3D02537E849}" srcOrd="0" destOrd="0" presId="urn:microsoft.com/office/officeart/2005/8/layout/hierarchy1"/>
    <dgm:cxn modelId="{4B201FF3-40FE-488A-A308-CF0A9738AFE2}" type="presOf" srcId="{BF16F307-3440-458E-AD93-88C5A5FCDE85}" destId="{E30EEC96-7DB8-4E5B-BAB0-8AA970F94927}" srcOrd="0" destOrd="0" presId="urn:microsoft.com/office/officeart/2005/8/layout/hierarchy1"/>
    <dgm:cxn modelId="{AE6C9957-41F1-4FEB-BE2A-DAE575585B5A}" srcId="{1AF34D23-91F7-42A3-A42B-888D2DFAFF1E}" destId="{D64DCAD3-BB15-4689-8705-14443A07EE4C}" srcOrd="1" destOrd="0" parTransId="{B0012481-B1CE-4969-B74C-67743976B09C}" sibTransId="{9967603E-BBD9-4E57-9112-64C970EC04F6}"/>
    <dgm:cxn modelId="{035C4B3B-0339-49CE-BC4E-C34BFD751E6B}" srcId="{36ECF37E-17FA-4EF7-B84B-2BA794789CF3}" destId="{87A1CA9E-8015-46AF-93D6-EE1D3F3AD5C1}" srcOrd="0" destOrd="0" parTransId="{7234E199-931D-4959-B60C-805B744FE4F9}" sibTransId="{D9073235-2536-4339-8D96-3992A245CBD1}"/>
    <dgm:cxn modelId="{74E17715-F032-4B2C-8085-16C772FF3071}" type="presOf" srcId="{7D888DE7-A22B-49D4-85F6-F7FB0942C1D8}" destId="{4E7AB940-613E-4C25-B4B5-1E98D20E2246}" srcOrd="0" destOrd="0" presId="urn:microsoft.com/office/officeart/2005/8/layout/hierarchy1"/>
    <dgm:cxn modelId="{E334C505-E158-4268-BC22-027A6F4803B8}" srcId="{D48570D4-3487-4CEE-8403-DE92AE1F481F}" destId="{F7D80E61-B706-4B9F-BC45-1E0A223EC870}" srcOrd="0" destOrd="0" parTransId="{9559BFDC-E991-4483-BC98-BD673608455B}" sibTransId="{E522A528-930F-4196-B7FC-0AA40E9329A6}"/>
    <dgm:cxn modelId="{FE98B115-61AE-4333-B157-22461B7E2FC6}" type="presOf" srcId="{8A049539-F840-448F-B608-7EDB31EFBA84}" destId="{A83309C7-4C1C-4398-B434-95BC06C8A853}" srcOrd="0" destOrd="0" presId="urn:microsoft.com/office/officeart/2005/8/layout/hierarchy1"/>
    <dgm:cxn modelId="{56A5BF1C-E262-4146-9862-CBA7179856CD}" type="presParOf" srcId="{867FE7A3-0FC3-4FB6-9272-30F0642F92EF}" destId="{60707889-74A6-47F9-981E-A41723A2BB38}" srcOrd="0" destOrd="0" presId="urn:microsoft.com/office/officeart/2005/8/layout/hierarchy1"/>
    <dgm:cxn modelId="{F777E45C-C35D-400C-A727-97CA814B519C}" type="presParOf" srcId="{60707889-74A6-47F9-981E-A41723A2BB38}" destId="{B7BD76C8-4A85-4019-B2CE-DE364B98309B}" srcOrd="0" destOrd="0" presId="urn:microsoft.com/office/officeart/2005/8/layout/hierarchy1"/>
    <dgm:cxn modelId="{C8877486-9E26-4D03-9394-A1BCC5CC29EB}" type="presParOf" srcId="{B7BD76C8-4A85-4019-B2CE-DE364B98309B}" destId="{9FAE552A-6D81-4A71-B82D-9E6EEE5B20B8}" srcOrd="0" destOrd="0" presId="urn:microsoft.com/office/officeart/2005/8/layout/hierarchy1"/>
    <dgm:cxn modelId="{4EE2A763-A40D-436F-9107-EDD3EDBB85AB}" type="presParOf" srcId="{B7BD76C8-4A85-4019-B2CE-DE364B98309B}" destId="{DC6A4FE2-7A49-4246-BC66-18548FC3414D}" srcOrd="1" destOrd="0" presId="urn:microsoft.com/office/officeart/2005/8/layout/hierarchy1"/>
    <dgm:cxn modelId="{5108CB00-25BA-42C2-ACDC-19D05197741C}" type="presParOf" srcId="{60707889-74A6-47F9-981E-A41723A2BB38}" destId="{E19EDF2A-603A-4376-9F07-1DCDB9BCF7C2}" srcOrd="1" destOrd="0" presId="urn:microsoft.com/office/officeart/2005/8/layout/hierarchy1"/>
    <dgm:cxn modelId="{BBECF1FE-F323-4A7C-B2A5-D17158A8984A}" type="presParOf" srcId="{E19EDF2A-603A-4376-9F07-1DCDB9BCF7C2}" destId="{1664AE33-FD78-4594-AB05-0C650B1A9DDA}" srcOrd="0" destOrd="0" presId="urn:microsoft.com/office/officeart/2005/8/layout/hierarchy1"/>
    <dgm:cxn modelId="{C54B411F-72F5-4AF5-90CC-DF8DB8A66B0E}" type="presParOf" srcId="{E19EDF2A-603A-4376-9F07-1DCDB9BCF7C2}" destId="{3CCCD597-531A-4D8E-B7CC-3EE82E9AA51C}" srcOrd="1" destOrd="0" presId="urn:microsoft.com/office/officeart/2005/8/layout/hierarchy1"/>
    <dgm:cxn modelId="{1B36A35A-FB59-4993-8060-58559B6EBDF0}" type="presParOf" srcId="{3CCCD597-531A-4D8E-B7CC-3EE82E9AA51C}" destId="{02B41692-1A33-4FFB-862D-BD1B09FA6737}" srcOrd="0" destOrd="0" presId="urn:microsoft.com/office/officeart/2005/8/layout/hierarchy1"/>
    <dgm:cxn modelId="{95FB3B3B-9C4A-4EAF-87A0-BD6267D38236}" type="presParOf" srcId="{02B41692-1A33-4FFB-862D-BD1B09FA6737}" destId="{37A12594-1F31-44DC-A260-ED14987E53FC}" srcOrd="0" destOrd="0" presId="urn:microsoft.com/office/officeart/2005/8/layout/hierarchy1"/>
    <dgm:cxn modelId="{D36DB000-1751-4B14-97E9-CE097E88277A}" type="presParOf" srcId="{02B41692-1A33-4FFB-862D-BD1B09FA6737}" destId="{A83309C7-4C1C-4398-B434-95BC06C8A853}" srcOrd="1" destOrd="0" presId="urn:microsoft.com/office/officeart/2005/8/layout/hierarchy1"/>
    <dgm:cxn modelId="{A6AAD442-1EEF-433C-B6B5-66A4A32DEB9B}" type="presParOf" srcId="{3CCCD597-531A-4D8E-B7CC-3EE82E9AA51C}" destId="{D62D5AA8-2A74-46C1-AF7B-5B1163DEFDA2}" srcOrd="1" destOrd="0" presId="urn:microsoft.com/office/officeart/2005/8/layout/hierarchy1"/>
    <dgm:cxn modelId="{50AE9FAA-9CAD-4FF1-AD71-54591D9CCCF9}" type="presParOf" srcId="{D62D5AA8-2A74-46C1-AF7B-5B1163DEFDA2}" destId="{D759821F-8784-4EEE-9FD3-CDF434068943}" srcOrd="0" destOrd="0" presId="urn:microsoft.com/office/officeart/2005/8/layout/hierarchy1"/>
    <dgm:cxn modelId="{46A9D517-3789-41CA-BBE5-7A81603B581F}" type="presParOf" srcId="{D62D5AA8-2A74-46C1-AF7B-5B1163DEFDA2}" destId="{EDF7B9FF-F599-4929-ADE9-FDA47FD94418}" srcOrd="1" destOrd="0" presId="urn:microsoft.com/office/officeart/2005/8/layout/hierarchy1"/>
    <dgm:cxn modelId="{F2EE8BDE-31E5-474D-8753-4B51DBD57637}" type="presParOf" srcId="{EDF7B9FF-F599-4929-ADE9-FDA47FD94418}" destId="{DD2A23F5-CC7E-4798-897D-3AD8DA3FE99F}" srcOrd="0" destOrd="0" presId="urn:microsoft.com/office/officeart/2005/8/layout/hierarchy1"/>
    <dgm:cxn modelId="{92BF2D47-0B43-4A99-9E98-507A385250C4}" type="presParOf" srcId="{DD2A23F5-CC7E-4798-897D-3AD8DA3FE99F}" destId="{6D4BF101-38CA-4C6D-893D-DC85DC0B3124}" srcOrd="0" destOrd="0" presId="urn:microsoft.com/office/officeart/2005/8/layout/hierarchy1"/>
    <dgm:cxn modelId="{D90BD73E-BC05-4895-A2E3-04D03A452C9E}" type="presParOf" srcId="{DD2A23F5-CC7E-4798-897D-3AD8DA3FE99F}" destId="{E0A16A3A-694B-48B4-A739-4693E5D2C218}" srcOrd="1" destOrd="0" presId="urn:microsoft.com/office/officeart/2005/8/layout/hierarchy1"/>
    <dgm:cxn modelId="{A527FB72-7B9B-4C27-B623-0AB049D0462D}" type="presParOf" srcId="{EDF7B9FF-F599-4929-ADE9-FDA47FD94418}" destId="{848EEBAA-79A5-49E4-8E8E-96253C659995}" srcOrd="1" destOrd="0" presId="urn:microsoft.com/office/officeart/2005/8/layout/hierarchy1"/>
    <dgm:cxn modelId="{9BB29055-0F4B-4CC7-BF85-B1E66496CB9E}" type="presParOf" srcId="{848EEBAA-79A5-49E4-8E8E-96253C659995}" destId="{481D0D8A-CD49-40BF-923E-AF454CA4EF6A}" srcOrd="0" destOrd="0" presId="urn:microsoft.com/office/officeart/2005/8/layout/hierarchy1"/>
    <dgm:cxn modelId="{35EA8407-883B-4A20-9F06-62E525B6938E}" type="presParOf" srcId="{848EEBAA-79A5-49E4-8E8E-96253C659995}" destId="{1E440F87-049B-408D-BB21-5D63B3DFA18B}" srcOrd="1" destOrd="0" presId="urn:microsoft.com/office/officeart/2005/8/layout/hierarchy1"/>
    <dgm:cxn modelId="{E68A2883-DE13-41E2-A80A-B991026DFD93}" type="presParOf" srcId="{1E440F87-049B-408D-BB21-5D63B3DFA18B}" destId="{1A08CB22-5B9B-4BA1-BD82-0744E5C80532}" srcOrd="0" destOrd="0" presId="urn:microsoft.com/office/officeart/2005/8/layout/hierarchy1"/>
    <dgm:cxn modelId="{FB0B6537-2473-4068-9C3D-A6E6B86A5677}" type="presParOf" srcId="{1A08CB22-5B9B-4BA1-BD82-0744E5C80532}" destId="{4760A8E9-8DC9-4EED-8E06-C641E3F34295}" srcOrd="0" destOrd="0" presId="urn:microsoft.com/office/officeart/2005/8/layout/hierarchy1"/>
    <dgm:cxn modelId="{C100BA85-2E8E-4DFE-B886-328C7724CE5A}" type="presParOf" srcId="{1A08CB22-5B9B-4BA1-BD82-0744E5C80532}" destId="{220D34FC-82C7-43BD-9F73-40E0C56538BF}" srcOrd="1" destOrd="0" presId="urn:microsoft.com/office/officeart/2005/8/layout/hierarchy1"/>
    <dgm:cxn modelId="{B315722A-58C3-4CB4-957D-6FDDD55BD3A7}" type="presParOf" srcId="{1E440F87-049B-408D-BB21-5D63B3DFA18B}" destId="{78466AC5-E101-489D-BCE5-C96CB3E82995}" srcOrd="1" destOrd="0" presId="urn:microsoft.com/office/officeart/2005/8/layout/hierarchy1"/>
    <dgm:cxn modelId="{7DB577F6-7D02-499E-9F99-6460A4BF376B}" type="presParOf" srcId="{E19EDF2A-603A-4376-9F07-1DCDB9BCF7C2}" destId="{FB150F05-13D7-4F13-9F69-1B026314A0FD}" srcOrd="2" destOrd="0" presId="urn:microsoft.com/office/officeart/2005/8/layout/hierarchy1"/>
    <dgm:cxn modelId="{61F4B26C-6338-44A8-A546-C22064003CCE}" type="presParOf" srcId="{E19EDF2A-603A-4376-9F07-1DCDB9BCF7C2}" destId="{1E357BBA-D997-4E0B-9EAC-6170BF2876DA}" srcOrd="3" destOrd="0" presId="urn:microsoft.com/office/officeart/2005/8/layout/hierarchy1"/>
    <dgm:cxn modelId="{8E2DD962-BF37-450C-8C65-A21F3E75D95A}" type="presParOf" srcId="{1E357BBA-D997-4E0B-9EAC-6170BF2876DA}" destId="{BC3C81E9-F45A-4392-91DB-05EA15E44884}" srcOrd="0" destOrd="0" presId="urn:microsoft.com/office/officeart/2005/8/layout/hierarchy1"/>
    <dgm:cxn modelId="{1701CAE4-2128-494A-B621-73B4AB7FD187}" type="presParOf" srcId="{BC3C81E9-F45A-4392-91DB-05EA15E44884}" destId="{8C1FFD47-4994-4851-B416-B1FB1080B73D}" srcOrd="0" destOrd="0" presId="urn:microsoft.com/office/officeart/2005/8/layout/hierarchy1"/>
    <dgm:cxn modelId="{B0771865-F3CA-4254-828D-5B6524DEE87A}" type="presParOf" srcId="{BC3C81E9-F45A-4392-91DB-05EA15E44884}" destId="{EFA3953D-2779-48F6-B25F-28374DCF4330}" srcOrd="1" destOrd="0" presId="urn:microsoft.com/office/officeart/2005/8/layout/hierarchy1"/>
    <dgm:cxn modelId="{AC023918-8B22-466F-AF76-E7768084DA43}" type="presParOf" srcId="{1E357BBA-D997-4E0B-9EAC-6170BF2876DA}" destId="{7FB5650A-A93D-4CCE-B500-49F0BE147B10}" srcOrd="1" destOrd="0" presId="urn:microsoft.com/office/officeart/2005/8/layout/hierarchy1"/>
    <dgm:cxn modelId="{763EA8C2-4CBB-4856-BBC9-648382D11EBA}" type="presParOf" srcId="{7FB5650A-A93D-4CCE-B500-49F0BE147B10}" destId="{254E1E00-5AC6-4A72-B02F-DE45C78C64B4}" srcOrd="0" destOrd="0" presId="urn:microsoft.com/office/officeart/2005/8/layout/hierarchy1"/>
    <dgm:cxn modelId="{730F3720-EC34-45D7-A304-2BB3D8E0DB62}" type="presParOf" srcId="{7FB5650A-A93D-4CCE-B500-49F0BE147B10}" destId="{15A2936E-DD3E-4FD4-8185-52C1EB1C292C}" srcOrd="1" destOrd="0" presId="urn:microsoft.com/office/officeart/2005/8/layout/hierarchy1"/>
    <dgm:cxn modelId="{3DF8557A-2518-4AA8-A123-927DF443B6B0}" type="presParOf" srcId="{15A2936E-DD3E-4FD4-8185-52C1EB1C292C}" destId="{40FE4AB6-C884-488F-8938-78ADD96D1736}" srcOrd="0" destOrd="0" presId="urn:microsoft.com/office/officeart/2005/8/layout/hierarchy1"/>
    <dgm:cxn modelId="{A0107206-51AA-440D-9692-BFEA6638476D}" type="presParOf" srcId="{40FE4AB6-C884-488F-8938-78ADD96D1736}" destId="{6373276E-69F8-420E-B8B4-E699BDCC0C7E}" srcOrd="0" destOrd="0" presId="urn:microsoft.com/office/officeart/2005/8/layout/hierarchy1"/>
    <dgm:cxn modelId="{3954F147-40E0-4902-AEB5-117B37817132}" type="presParOf" srcId="{40FE4AB6-C884-488F-8938-78ADD96D1736}" destId="{E3C5BBF2-D3D6-43ED-A56C-AA535FCC205E}" srcOrd="1" destOrd="0" presId="urn:microsoft.com/office/officeart/2005/8/layout/hierarchy1"/>
    <dgm:cxn modelId="{99CEA089-C533-4325-9D2B-F347116FAF67}" type="presParOf" srcId="{15A2936E-DD3E-4FD4-8185-52C1EB1C292C}" destId="{421ECD89-70E6-42C5-809D-C1C5441F96D6}" srcOrd="1" destOrd="0" presId="urn:microsoft.com/office/officeart/2005/8/layout/hierarchy1"/>
    <dgm:cxn modelId="{C2B9BEB1-2DD5-4786-AC69-061C95512A66}" type="presParOf" srcId="{E19EDF2A-603A-4376-9F07-1DCDB9BCF7C2}" destId="{4E7AB940-613E-4C25-B4B5-1E98D20E2246}" srcOrd="4" destOrd="0" presId="urn:microsoft.com/office/officeart/2005/8/layout/hierarchy1"/>
    <dgm:cxn modelId="{04A4ED9D-2A16-424D-81E5-F2B2F1B75E31}" type="presParOf" srcId="{E19EDF2A-603A-4376-9F07-1DCDB9BCF7C2}" destId="{B6AABD8C-4F12-4AB5-88C7-D7A1C319CB43}" srcOrd="5" destOrd="0" presId="urn:microsoft.com/office/officeart/2005/8/layout/hierarchy1"/>
    <dgm:cxn modelId="{BFE82FC9-A180-4E46-B232-AB96B4C4EA41}" type="presParOf" srcId="{B6AABD8C-4F12-4AB5-88C7-D7A1C319CB43}" destId="{AC37E215-F275-419C-A567-D6A3FF40F16E}" srcOrd="0" destOrd="0" presId="urn:microsoft.com/office/officeart/2005/8/layout/hierarchy1"/>
    <dgm:cxn modelId="{980D8590-C0E6-4A3E-88CB-F053C0995016}" type="presParOf" srcId="{AC37E215-F275-419C-A567-D6A3FF40F16E}" destId="{BAB94190-5A55-4ECA-A420-24B8C1D0CBDB}" srcOrd="0" destOrd="0" presId="urn:microsoft.com/office/officeart/2005/8/layout/hierarchy1"/>
    <dgm:cxn modelId="{47B85940-0E1F-4975-B8F3-B08B8DEB2626}" type="presParOf" srcId="{AC37E215-F275-419C-A567-D6A3FF40F16E}" destId="{E43C3CDE-1E42-4B38-A628-CDE76A35BF92}" srcOrd="1" destOrd="0" presId="urn:microsoft.com/office/officeart/2005/8/layout/hierarchy1"/>
    <dgm:cxn modelId="{0EF9CEC9-7A12-433F-8AF9-6A9E710BDEC8}" type="presParOf" srcId="{B6AABD8C-4F12-4AB5-88C7-D7A1C319CB43}" destId="{27A802EC-B780-4AB1-842B-5B4AE89C3542}" srcOrd="1" destOrd="0" presId="urn:microsoft.com/office/officeart/2005/8/layout/hierarchy1"/>
    <dgm:cxn modelId="{C1E0F69F-C8D6-431C-90C3-9D30474FC502}" type="presParOf" srcId="{27A802EC-B780-4AB1-842B-5B4AE89C3542}" destId="{2A5BC44A-75D6-4F23-9129-7008D5C64F2C}" srcOrd="0" destOrd="0" presId="urn:microsoft.com/office/officeart/2005/8/layout/hierarchy1"/>
    <dgm:cxn modelId="{B137F2DF-C0DB-4B26-84AC-8EA58C873BCD}" type="presParOf" srcId="{27A802EC-B780-4AB1-842B-5B4AE89C3542}" destId="{97B90726-4546-4EB7-B7BC-2C1513E0DA3C}" srcOrd="1" destOrd="0" presId="urn:microsoft.com/office/officeart/2005/8/layout/hierarchy1"/>
    <dgm:cxn modelId="{0B16EB70-5C4D-4928-84D7-47B32F10C552}" type="presParOf" srcId="{97B90726-4546-4EB7-B7BC-2C1513E0DA3C}" destId="{24586D41-F567-4AC0-8691-8A7603B07FDC}" srcOrd="0" destOrd="0" presId="urn:microsoft.com/office/officeart/2005/8/layout/hierarchy1"/>
    <dgm:cxn modelId="{DA4A1053-8A5A-4EA7-BA4A-71307A7BAB1A}" type="presParOf" srcId="{24586D41-F567-4AC0-8691-8A7603B07FDC}" destId="{C929778E-7625-472C-8DA8-BE60739ED932}" srcOrd="0" destOrd="0" presId="urn:microsoft.com/office/officeart/2005/8/layout/hierarchy1"/>
    <dgm:cxn modelId="{C8019282-4C5E-471B-8F2E-D51F3A90E34E}" type="presParOf" srcId="{24586D41-F567-4AC0-8691-8A7603B07FDC}" destId="{3783B9ED-A274-4146-8839-F3D02537E849}" srcOrd="1" destOrd="0" presId="urn:microsoft.com/office/officeart/2005/8/layout/hierarchy1"/>
    <dgm:cxn modelId="{E1F7A3E8-DE60-439F-94F1-53FA52C84A31}" type="presParOf" srcId="{97B90726-4546-4EB7-B7BC-2C1513E0DA3C}" destId="{D1DA52E7-F96F-4091-AE43-8981149C4A6B}" srcOrd="1" destOrd="0" presId="urn:microsoft.com/office/officeart/2005/8/layout/hierarchy1"/>
    <dgm:cxn modelId="{A15F9AF2-532E-49E2-ADE3-88F916AD1A65}" type="presParOf" srcId="{27A802EC-B780-4AB1-842B-5B4AE89C3542}" destId="{E30EEC96-7DB8-4E5B-BAB0-8AA970F94927}" srcOrd="2" destOrd="0" presId="urn:microsoft.com/office/officeart/2005/8/layout/hierarchy1"/>
    <dgm:cxn modelId="{85B9D984-31D2-4A94-A43A-5FAF8B2A40E8}" type="presParOf" srcId="{27A802EC-B780-4AB1-842B-5B4AE89C3542}" destId="{37515184-DF43-461E-957D-9E904CB12B3E}" srcOrd="3" destOrd="0" presId="urn:microsoft.com/office/officeart/2005/8/layout/hierarchy1"/>
    <dgm:cxn modelId="{722CD3F8-FC0F-4BC6-9640-D98EC911C089}" type="presParOf" srcId="{37515184-DF43-461E-957D-9E904CB12B3E}" destId="{95B9425C-A5D1-4A37-ACB2-A6768481BCBD}" srcOrd="0" destOrd="0" presId="urn:microsoft.com/office/officeart/2005/8/layout/hierarchy1"/>
    <dgm:cxn modelId="{8BF28C82-4A9C-4FDF-848F-F40D49EFDFBD}" type="presParOf" srcId="{95B9425C-A5D1-4A37-ACB2-A6768481BCBD}" destId="{E1724F85-E94E-4FBD-A77F-5E0A69AC7964}" srcOrd="0" destOrd="0" presId="urn:microsoft.com/office/officeart/2005/8/layout/hierarchy1"/>
    <dgm:cxn modelId="{4FF4AC69-7EDD-4AF1-AA12-D84771AA7D55}" type="presParOf" srcId="{95B9425C-A5D1-4A37-ACB2-A6768481BCBD}" destId="{44869B01-6DC1-475A-A6BB-9F7D7DCC4455}" srcOrd="1" destOrd="0" presId="urn:microsoft.com/office/officeart/2005/8/layout/hierarchy1"/>
    <dgm:cxn modelId="{1EAF24B8-F054-4CEC-B38D-55BC5CBE3827}" type="presParOf" srcId="{37515184-DF43-461E-957D-9E904CB12B3E}" destId="{6FBE6B0D-0B46-4968-B37F-F5B7AF8AEB9D}"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0EEC96-7DB8-4E5B-BAB0-8AA970F94927}">
      <dsp:nvSpPr>
        <dsp:cNvPr id="0" name=""/>
        <dsp:cNvSpPr/>
      </dsp:nvSpPr>
      <dsp:spPr>
        <a:xfrm>
          <a:off x="5977845" y="2106519"/>
          <a:ext cx="710415" cy="392481"/>
        </a:xfrm>
        <a:custGeom>
          <a:avLst/>
          <a:gdLst/>
          <a:ahLst/>
          <a:cxnLst/>
          <a:rect l="0" t="0" r="0" b="0"/>
          <a:pathLst>
            <a:path>
              <a:moveTo>
                <a:pt x="0" y="0"/>
              </a:moveTo>
              <a:lnTo>
                <a:pt x="0" y="267464"/>
              </a:lnTo>
              <a:lnTo>
                <a:pt x="710415" y="267464"/>
              </a:lnTo>
              <a:lnTo>
                <a:pt x="710415" y="392481"/>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A5BC44A-75D6-4F23-9129-7008D5C64F2C}">
      <dsp:nvSpPr>
        <dsp:cNvPr id="0" name=""/>
        <dsp:cNvSpPr/>
      </dsp:nvSpPr>
      <dsp:spPr>
        <a:xfrm>
          <a:off x="5153147" y="2106519"/>
          <a:ext cx="824697" cy="392481"/>
        </a:xfrm>
        <a:custGeom>
          <a:avLst/>
          <a:gdLst/>
          <a:ahLst/>
          <a:cxnLst/>
          <a:rect l="0" t="0" r="0" b="0"/>
          <a:pathLst>
            <a:path>
              <a:moveTo>
                <a:pt x="824697" y="0"/>
              </a:moveTo>
              <a:lnTo>
                <a:pt x="824697" y="267464"/>
              </a:lnTo>
              <a:lnTo>
                <a:pt x="0" y="267464"/>
              </a:lnTo>
              <a:lnTo>
                <a:pt x="0" y="392481"/>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E7AB940-613E-4C25-B4B5-1E98D20E2246}">
      <dsp:nvSpPr>
        <dsp:cNvPr id="0" name=""/>
        <dsp:cNvSpPr/>
      </dsp:nvSpPr>
      <dsp:spPr>
        <a:xfrm>
          <a:off x="3973241" y="857102"/>
          <a:ext cx="2004603" cy="392481"/>
        </a:xfrm>
        <a:custGeom>
          <a:avLst/>
          <a:gdLst/>
          <a:ahLst/>
          <a:cxnLst/>
          <a:rect l="0" t="0" r="0" b="0"/>
          <a:pathLst>
            <a:path>
              <a:moveTo>
                <a:pt x="0" y="0"/>
              </a:moveTo>
              <a:lnTo>
                <a:pt x="0" y="267464"/>
              </a:lnTo>
              <a:lnTo>
                <a:pt x="2004603" y="267464"/>
              </a:lnTo>
              <a:lnTo>
                <a:pt x="2004603" y="392481"/>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54E1E00-5AC6-4A72-B02F-DE45C78C64B4}">
      <dsp:nvSpPr>
        <dsp:cNvPr id="0" name=""/>
        <dsp:cNvSpPr/>
      </dsp:nvSpPr>
      <dsp:spPr>
        <a:xfrm>
          <a:off x="3572314" y="2106519"/>
          <a:ext cx="91440" cy="392481"/>
        </a:xfrm>
        <a:custGeom>
          <a:avLst/>
          <a:gdLst/>
          <a:ahLst/>
          <a:cxnLst/>
          <a:rect l="0" t="0" r="0" b="0"/>
          <a:pathLst>
            <a:path>
              <a:moveTo>
                <a:pt x="45720" y="0"/>
              </a:moveTo>
              <a:lnTo>
                <a:pt x="45720" y="392481"/>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B150F05-13D7-4F13-9F69-1B026314A0FD}">
      <dsp:nvSpPr>
        <dsp:cNvPr id="0" name=""/>
        <dsp:cNvSpPr/>
      </dsp:nvSpPr>
      <dsp:spPr>
        <a:xfrm>
          <a:off x="3618034" y="857102"/>
          <a:ext cx="355207" cy="392481"/>
        </a:xfrm>
        <a:custGeom>
          <a:avLst/>
          <a:gdLst/>
          <a:ahLst/>
          <a:cxnLst/>
          <a:rect l="0" t="0" r="0" b="0"/>
          <a:pathLst>
            <a:path>
              <a:moveTo>
                <a:pt x="355207" y="0"/>
              </a:moveTo>
              <a:lnTo>
                <a:pt x="355207" y="267464"/>
              </a:lnTo>
              <a:lnTo>
                <a:pt x="0" y="267464"/>
              </a:lnTo>
              <a:lnTo>
                <a:pt x="0" y="392481"/>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81D0D8A-CD49-40BF-923E-AF454CA4EF6A}">
      <dsp:nvSpPr>
        <dsp:cNvPr id="0" name=""/>
        <dsp:cNvSpPr/>
      </dsp:nvSpPr>
      <dsp:spPr>
        <a:xfrm>
          <a:off x="1922918" y="3355936"/>
          <a:ext cx="91440" cy="392481"/>
        </a:xfrm>
        <a:custGeom>
          <a:avLst/>
          <a:gdLst/>
          <a:ahLst/>
          <a:cxnLst/>
          <a:rect l="0" t="0" r="0" b="0"/>
          <a:pathLst>
            <a:path>
              <a:moveTo>
                <a:pt x="45720" y="0"/>
              </a:moveTo>
              <a:lnTo>
                <a:pt x="45720" y="392481"/>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759821F-8784-4EEE-9FD3-CDF434068943}">
      <dsp:nvSpPr>
        <dsp:cNvPr id="0" name=""/>
        <dsp:cNvSpPr/>
      </dsp:nvSpPr>
      <dsp:spPr>
        <a:xfrm>
          <a:off x="1922918" y="2106519"/>
          <a:ext cx="91440" cy="392481"/>
        </a:xfrm>
        <a:custGeom>
          <a:avLst/>
          <a:gdLst/>
          <a:ahLst/>
          <a:cxnLst/>
          <a:rect l="0" t="0" r="0" b="0"/>
          <a:pathLst>
            <a:path>
              <a:moveTo>
                <a:pt x="45720" y="0"/>
              </a:moveTo>
              <a:lnTo>
                <a:pt x="45720" y="392481"/>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664AE33-FD78-4594-AB05-0C650B1A9DDA}">
      <dsp:nvSpPr>
        <dsp:cNvPr id="0" name=""/>
        <dsp:cNvSpPr/>
      </dsp:nvSpPr>
      <dsp:spPr>
        <a:xfrm>
          <a:off x="1968638" y="857102"/>
          <a:ext cx="2004603" cy="392481"/>
        </a:xfrm>
        <a:custGeom>
          <a:avLst/>
          <a:gdLst/>
          <a:ahLst/>
          <a:cxnLst/>
          <a:rect l="0" t="0" r="0" b="0"/>
          <a:pathLst>
            <a:path>
              <a:moveTo>
                <a:pt x="2004603" y="0"/>
              </a:moveTo>
              <a:lnTo>
                <a:pt x="2004603" y="267464"/>
              </a:lnTo>
              <a:lnTo>
                <a:pt x="0" y="267464"/>
              </a:lnTo>
              <a:lnTo>
                <a:pt x="0" y="392481"/>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FAE552A-6D81-4A71-B82D-9E6EEE5B20B8}">
      <dsp:nvSpPr>
        <dsp:cNvPr id="0" name=""/>
        <dsp:cNvSpPr/>
      </dsp:nvSpPr>
      <dsp:spPr>
        <a:xfrm>
          <a:off x="3298489" y="165"/>
          <a:ext cx="1349505" cy="85693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C6A4FE2-7A49-4246-BC66-18548FC3414D}">
      <dsp:nvSpPr>
        <dsp:cNvPr id="0" name=""/>
        <dsp:cNvSpPr/>
      </dsp:nvSpPr>
      <dsp:spPr>
        <a:xfrm>
          <a:off x="3448434" y="142613"/>
          <a:ext cx="1349505" cy="856936"/>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US" sz="1000" kern="1200"/>
            <a:t>MD</a:t>
          </a:r>
        </a:p>
      </dsp:txBody>
      <dsp:txXfrm>
        <a:off x="3473533" y="167712"/>
        <a:ext cx="1299307" cy="806738"/>
      </dsp:txXfrm>
    </dsp:sp>
    <dsp:sp modelId="{37A12594-1F31-44DC-A260-ED14987E53FC}">
      <dsp:nvSpPr>
        <dsp:cNvPr id="0" name=""/>
        <dsp:cNvSpPr/>
      </dsp:nvSpPr>
      <dsp:spPr>
        <a:xfrm>
          <a:off x="1293885" y="1249583"/>
          <a:ext cx="1349505" cy="85693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83309C7-4C1C-4398-B434-95BC06C8A853}">
      <dsp:nvSpPr>
        <dsp:cNvPr id="0" name=""/>
        <dsp:cNvSpPr/>
      </dsp:nvSpPr>
      <dsp:spPr>
        <a:xfrm>
          <a:off x="1443830" y="1392031"/>
          <a:ext cx="1349505" cy="856936"/>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endParaRPr lang="en-US" sz="1000" kern="1200"/>
        </a:p>
        <a:p>
          <a:pPr lvl="0" algn="ctr" defTabSz="444500">
            <a:lnSpc>
              <a:spcPct val="90000"/>
            </a:lnSpc>
            <a:spcBef>
              <a:spcPct val="0"/>
            </a:spcBef>
            <a:spcAft>
              <a:spcPct val="35000"/>
            </a:spcAft>
          </a:pPr>
          <a:r>
            <a:rPr lang="en-US" sz="1000" kern="1200"/>
            <a:t>Technical Lead</a:t>
          </a:r>
        </a:p>
      </dsp:txBody>
      <dsp:txXfrm>
        <a:off x="1468929" y="1417130"/>
        <a:ext cx="1299307" cy="806738"/>
      </dsp:txXfrm>
    </dsp:sp>
    <dsp:sp modelId="{6D4BF101-38CA-4C6D-893D-DC85DC0B3124}">
      <dsp:nvSpPr>
        <dsp:cNvPr id="0" name=""/>
        <dsp:cNvSpPr/>
      </dsp:nvSpPr>
      <dsp:spPr>
        <a:xfrm>
          <a:off x="1293885" y="2499000"/>
          <a:ext cx="1349505" cy="85693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0A16A3A-694B-48B4-A739-4693E5D2C218}">
      <dsp:nvSpPr>
        <dsp:cNvPr id="0" name=""/>
        <dsp:cNvSpPr/>
      </dsp:nvSpPr>
      <dsp:spPr>
        <a:xfrm>
          <a:off x="1443830" y="2641448"/>
          <a:ext cx="1349505" cy="856936"/>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US" sz="1000" kern="1200"/>
            <a:t>Technical Consultant</a:t>
          </a:r>
        </a:p>
      </dsp:txBody>
      <dsp:txXfrm>
        <a:off x="1468929" y="2666547"/>
        <a:ext cx="1299307" cy="806738"/>
      </dsp:txXfrm>
    </dsp:sp>
    <dsp:sp modelId="{4760A8E9-8DC9-4EED-8E06-C641E3F34295}">
      <dsp:nvSpPr>
        <dsp:cNvPr id="0" name=""/>
        <dsp:cNvSpPr/>
      </dsp:nvSpPr>
      <dsp:spPr>
        <a:xfrm>
          <a:off x="1248454" y="3748418"/>
          <a:ext cx="1440367" cy="85693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20D34FC-82C7-43BD-9F73-40E0C56538BF}">
      <dsp:nvSpPr>
        <dsp:cNvPr id="0" name=""/>
        <dsp:cNvSpPr/>
      </dsp:nvSpPr>
      <dsp:spPr>
        <a:xfrm>
          <a:off x="1398399" y="3890865"/>
          <a:ext cx="1440367" cy="856936"/>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US" sz="1000" kern="1200"/>
            <a:t>Technical Consultant 2</a:t>
          </a:r>
        </a:p>
      </dsp:txBody>
      <dsp:txXfrm>
        <a:off x="1423498" y="3915964"/>
        <a:ext cx="1390169" cy="806738"/>
      </dsp:txXfrm>
    </dsp:sp>
    <dsp:sp modelId="{8C1FFD47-4994-4851-B416-B1FB1080B73D}">
      <dsp:nvSpPr>
        <dsp:cNvPr id="0" name=""/>
        <dsp:cNvSpPr/>
      </dsp:nvSpPr>
      <dsp:spPr>
        <a:xfrm>
          <a:off x="2943281" y="1249583"/>
          <a:ext cx="1349505" cy="85693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FA3953D-2779-48F6-B25F-28374DCF4330}">
      <dsp:nvSpPr>
        <dsp:cNvPr id="0" name=""/>
        <dsp:cNvSpPr/>
      </dsp:nvSpPr>
      <dsp:spPr>
        <a:xfrm>
          <a:off x="3093226" y="1392031"/>
          <a:ext cx="1349505" cy="856936"/>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US" sz="1000" kern="1200"/>
            <a:t>Head Finance/Accounts</a:t>
          </a:r>
        </a:p>
      </dsp:txBody>
      <dsp:txXfrm>
        <a:off x="3118325" y="1417130"/>
        <a:ext cx="1299307" cy="806738"/>
      </dsp:txXfrm>
    </dsp:sp>
    <dsp:sp modelId="{6373276E-69F8-420E-B8B4-E699BDCC0C7E}">
      <dsp:nvSpPr>
        <dsp:cNvPr id="0" name=""/>
        <dsp:cNvSpPr/>
      </dsp:nvSpPr>
      <dsp:spPr>
        <a:xfrm>
          <a:off x="2943281" y="2499000"/>
          <a:ext cx="1349505" cy="85693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3C5BBF2-D3D6-43ED-A56C-AA535FCC205E}">
      <dsp:nvSpPr>
        <dsp:cNvPr id="0" name=""/>
        <dsp:cNvSpPr/>
      </dsp:nvSpPr>
      <dsp:spPr>
        <a:xfrm>
          <a:off x="3093226" y="2641448"/>
          <a:ext cx="1349505" cy="856936"/>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US" sz="1000" kern="1200"/>
            <a:t>Finance Consultant</a:t>
          </a:r>
        </a:p>
      </dsp:txBody>
      <dsp:txXfrm>
        <a:off x="3118325" y="2666547"/>
        <a:ext cx="1299307" cy="806738"/>
      </dsp:txXfrm>
    </dsp:sp>
    <dsp:sp modelId="{BAB94190-5A55-4ECA-A420-24B8C1D0CBDB}">
      <dsp:nvSpPr>
        <dsp:cNvPr id="0" name=""/>
        <dsp:cNvSpPr/>
      </dsp:nvSpPr>
      <dsp:spPr>
        <a:xfrm>
          <a:off x="5303092" y="1249583"/>
          <a:ext cx="1349505" cy="85693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43C3CDE-1E42-4B38-A628-CDE76A35BF92}">
      <dsp:nvSpPr>
        <dsp:cNvPr id="0" name=""/>
        <dsp:cNvSpPr/>
      </dsp:nvSpPr>
      <dsp:spPr>
        <a:xfrm>
          <a:off x="5453037" y="1392031"/>
          <a:ext cx="1349505" cy="856936"/>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US" sz="1000" kern="1200"/>
            <a:t>Business Development Lead</a:t>
          </a:r>
        </a:p>
      </dsp:txBody>
      <dsp:txXfrm>
        <a:off x="5478136" y="1417130"/>
        <a:ext cx="1299307" cy="806738"/>
      </dsp:txXfrm>
    </dsp:sp>
    <dsp:sp modelId="{C929778E-7625-472C-8DA8-BE60739ED932}">
      <dsp:nvSpPr>
        <dsp:cNvPr id="0" name=""/>
        <dsp:cNvSpPr/>
      </dsp:nvSpPr>
      <dsp:spPr>
        <a:xfrm>
          <a:off x="4592677" y="2499000"/>
          <a:ext cx="1120939" cy="85693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783B9ED-A274-4146-8839-F3D02537E849}">
      <dsp:nvSpPr>
        <dsp:cNvPr id="0" name=""/>
        <dsp:cNvSpPr/>
      </dsp:nvSpPr>
      <dsp:spPr>
        <a:xfrm>
          <a:off x="4742622" y="2641448"/>
          <a:ext cx="1120939" cy="856936"/>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US" sz="1000" kern="1200"/>
            <a:t>Sales/Marketing Officer</a:t>
          </a:r>
        </a:p>
      </dsp:txBody>
      <dsp:txXfrm>
        <a:off x="4767721" y="2666547"/>
        <a:ext cx="1070741" cy="806738"/>
      </dsp:txXfrm>
    </dsp:sp>
    <dsp:sp modelId="{E1724F85-E94E-4FBD-A77F-5E0A69AC7964}">
      <dsp:nvSpPr>
        <dsp:cNvPr id="0" name=""/>
        <dsp:cNvSpPr/>
      </dsp:nvSpPr>
      <dsp:spPr>
        <a:xfrm>
          <a:off x="6013507" y="2499000"/>
          <a:ext cx="1349505" cy="85693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4869B01-6DC1-475A-A6BB-9F7D7DCC4455}">
      <dsp:nvSpPr>
        <dsp:cNvPr id="0" name=""/>
        <dsp:cNvSpPr/>
      </dsp:nvSpPr>
      <dsp:spPr>
        <a:xfrm>
          <a:off x="6163452" y="2641448"/>
          <a:ext cx="1349505" cy="856936"/>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US" sz="1000" kern="1200"/>
            <a:t>Sales/Marketing Officer 2</a:t>
          </a:r>
        </a:p>
      </dsp:txBody>
      <dsp:txXfrm>
        <a:off x="6188551" y="2666547"/>
        <a:ext cx="1299307" cy="806738"/>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9/26/2019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9/26/2019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9/26/2019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9/26/2019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9/26/2019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9/26/2019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9/26/2019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9/26/2019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9/26/2019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9/26/2019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9/26/2019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9/26/2019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9/26/2019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9/26/2019</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14490"/>
            <a:ext cx="8915399" cy="3307643"/>
          </a:xfrm>
        </p:spPr>
        <p:txBody>
          <a:bodyPr>
            <a:normAutofit/>
          </a:bodyPr>
          <a:lstStyle/>
          <a:p>
            <a:pPr algn="ctr"/>
            <a:r>
              <a:rPr lang="en-US" sz="2800" dirty="0" smtClean="0">
                <a:latin typeface="Bell MT" panose="02020503060305020303" pitchFamily="18" charset="0"/>
              </a:rPr>
              <a:t>Bowen University, Iwo</a:t>
            </a:r>
            <a:br>
              <a:rPr lang="en-US" sz="2800" dirty="0" smtClean="0">
                <a:latin typeface="Bell MT" panose="02020503060305020303" pitchFamily="18" charset="0"/>
              </a:rPr>
            </a:br>
            <a:r>
              <a:rPr lang="en-US" sz="2800" dirty="0" smtClean="0">
                <a:latin typeface="Bell MT" panose="02020503060305020303" pitchFamily="18" charset="0"/>
              </a:rPr>
              <a:t>Faculty of Science and Science Education</a:t>
            </a:r>
            <a:br>
              <a:rPr lang="en-US" sz="2800" dirty="0" smtClean="0">
                <a:latin typeface="Bell MT" panose="02020503060305020303" pitchFamily="18" charset="0"/>
              </a:rPr>
            </a:br>
            <a:r>
              <a:rPr lang="en-US" sz="2800" dirty="0" smtClean="0">
                <a:latin typeface="Bell MT" panose="02020503060305020303" pitchFamily="18" charset="0"/>
              </a:rPr>
              <a:t>Department of Computer Science</a:t>
            </a:r>
            <a:r>
              <a:rPr lang="en-US" sz="2800" dirty="0" smtClean="0"/>
              <a:t/>
            </a:r>
            <a:br>
              <a:rPr lang="en-US" sz="2800" dirty="0" smtClean="0"/>
            </a:br>
            <a:endParaRPr lang="en-US" sz="2800" dirty="0"/>
          </a:p>
        </p:txBody>
      </p:sp>
      <p:sp>
        <p:nvSpPr>
          <p:cNvPr id="3" name="Subtitle 2"/>
          <p:cNvSpPr>
            <a:spLocks noGrp="1"/>
          </p:cNvSpPr>
          <p:nvPr>
            <p:ph type="subTitle" idx="1"/>
          </p:nvPr>
        </p:nvSpPr>
        <p:spPr/>
        <p:txBody>
          <a:bodyPr/>
          <a:lstStyle/>
          <a:p>
            <a:pPr algn="ctr"/>
            <a:r>
              <a:rPr lang="en-US" sz="3200" dirty="0" smtClean="0">
                <a:solidFill>
                  <a:schemeClr val="accent2">
                    <a:lumMod val="60000"/>
                    <a:lumOff val="40000"/>
                  </a:schemeClr>
                </a:solidFill>
                <a:latin typeface="Bell MT" panose="02020503060305020303" pitchFamily="18" charset="0"/>
              </a:rPr>
              <a:t>IT/SWIES REPORT</a:t>
            </a:r>
            <a:endParaRPr lang="en-US" sz="2800" dirty="0">
              <a:solidFill>
                <a:schemeClr val="accent2">
                  <a:lumMod val="60000"/>
                  <a:lumOff val="40000"/>
                </a:schemeClr>
              </a:solidFill>
              <a:latin typeface="Bell MT" panose="02020503060305020303" pitchFamily="18" charset="0"/>
            </a:endParaRPr>
          </a:p>
        </p:txBody>
      </p:sp>
      <p:pic>
        <p:nvPicPr>
          <p:cNvPr id="4" name="Picture 3"/>
          <p:cNvPicPr/>
          <p:nvPr/>
        </p:nvPicPr>
        <p:blipFill>
          <a:blip r:embed="rId2" cstate="print">
            <a:extLst>
              <a:ext uri="{28A0092B-C50C-407E-A947-70E740481C1C}">
                <a14:useLocalDpi xmlns:a14="http://schemas.microsoft.com/office/drawing/2010/main" val="0"/>
              </a:ext>
            </a:extLst>
          </a:blip>
          <a:stretch>
            <a:fillRect/>
          </a:stretch>
        </p:blipFill>
        <p:spPr>
          <a:xfrm>
            <a:off x="5489574" y="500204"/>
            <a:ext cx="2333626" cy="1001219"/>
          </a:xfrm>
          <a:prstGeom prst="rect">
            <a:avLst/>
          </a:prstGeom>
        </p:spPr>
      </p:pic>
    </p:spTree>
    <p:extLst>
      <p:ext uri="{BB962C8B-B14F-4D97-AF65-F5344CB8AC3E}">
        <p14:creationId xmlns:p14="http://schemas.microsoft.com/office/powerpoint/2010/main" val="618785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latin typeface="Bell MT" panose="02020503060305020303" pitchFamily="18" charset="0"/>
              </a:rPr>
              <a:t>Presented By:</a:t>
            </a:r>
            <a:endParaRPr lang="en-US" dirty="0">
              <a:latin typeface="Bell MT" panose="02020503060305020303" pitchFamily="18" charset="0"/>
            </a:endParaRPr>
          </a:p>
        </p:txBody>
      </p:sp>
      <p:sp>
        <p:nvSpPr>
          <p:cNvPr id="3" name="Content Placeholder 2"/>
          <p:cNvSpPr>
            <a:spLocks noGrp="1"/>
          </p:cNvSpPr>
          <p:nvPr>
            <p:ph idx="1"/>
          </p:nvPr>
        </p:nvSpPr>
        <p:spPr/>
        <p:txBody>
          <a:bodyPr/>
          <a:lstStyle/>
          <a:p>
            <a:pPr marL="0" indent="0" algn="ctr">
              <a:buNone/>
            </a:pPr>
            <a:r>
              <a:rPr lang="en-US" sz="2800" dirty="0" smtClean="0">
                <a:latin typeface="Bell MT" panose="02020503060305020303" pitchFamily="18" charset="0"/>
              </a:rPr>
              <a:t>JOSHUA BLUE-JACK</a:t>
            </a:r>
          </a:p>
          <a:p>
            <a:pPr marL="0" indent="0" algn="ctr">
              <a:buNone/>
            </a:pPr>
            <a:endParaRPr lang="en-US" sz="2800" dirty="0" smtClean="0">
              <a:latin typeface="Bell MT" panose="02020503060305020303" pitchFamily="18" charset="0"/>
            </a:endParaRPr>
          </a:p>
          <a:p>
            <a:pPr marL="0" indent="0" algn="ctr">
              <a:buNone/>
            </a:pPr>
            <a:r>
              <a:rPr lang="en-US" sz="2800" dirty="0" smtClean="0">
                <a:latin typeface="Bell MT" panose="02020503060305020303" pitchFamily="18" charset="0"/>
              </a:rPr>
              <a:t>SSE/016/16103</a:t>
            </a:r>
          </a:p>
          <a:p>
            <a:endParaRPr lang="en-US" dirty="0"/>
          </a:p>
        </p:txBody>
      </p:sp>
    </p:spTree>
    <p:extLst>
      <p:ext uri="{BB962C8B-B14F-4D97-AF65-F5344CB8AC3E}">
        <p14:creationId xmlns:p14="http://schemas.microsoft.com/office/powerpoint/2010/main" val="10914787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solidFill>
                  <a:schemeClr val="accent1">
                    <a:lumMod val="60000"/>
                    <a:lumOff val="40000"/>
                  </a:schemeClr>
                </a:solidFill>
                <a:latin typeface="Bell MT" panose="02020503060305020303" pitchFamily="18" charset="0"/>
              </a:rPr>
              <a:t>Brief SIWES History</a:t>
            </a:r>
            <a:endParaRPr lang="en-US" sz="3200" dirty="0">
              <a:solidFill>
                <a:schemeClr val="accent1">
                  <a:lumMod val="60000"/>
                  <a:lumOff val="40000"/>
                </a:schemeClr>
              </a:solidFill>
              <a:latin typeface="Bell MT" panose="02020503060305020303" pitchFamily="18" charset="0"/>
            </a:endParaRPr>
          </a:p>
        </p:txBody>
      </p:sp>
      <p:sp>
        <p:nvSpPr>
          <p:cNvPr id="3" name="Content Placeholder 2"/>
          <p:cNvSpPr>
            <a:spLocks noGrp="1"/>
          </p:cNvSpPr>
          <p:nvPr>
            <p:ph idx="1"/>
          </p:nvPr>
        </p:nvSpPr>
        <p:spPr>
          <a:xfrm>
            <a:off x="2589212" y="1148862"/>
            <a:ext cx="8915400" cy="4762360"/>
          </a:xfrm>
        </p:spPr>
        <p:txBody>
          <a:bodyPr>
            <a:normAutofit/>
          </a:bodyPr>
          <a:lstStyle/>
          <a:p>
            <a:pPr marL="0" indent="0">
              <a:buNone/>
            </a:pPr>
            <a:r>
              <a:rPr lang="en-US" sz="2800" dirty="0" smtClean="0">
                <a:latin typeface="Bell MT" panose="02020503060305020303" pitchFamily="18" charset="0"/>
              </a:rPr>
              <a:t>The Student Industrial Work Experience Scheme (SIWES)was initiated in 1973 by Industrial Training Fund(ITF) to bridge the gap between theory and practical knowledge among the students in institutions of higher learning in Nigeria.</a:t>
            </a:r>
            <a:endParaRPr lang="en-US" sz="2800" dirty="0">
              <a:latin typeface="Bell MT" panose="02020503060305020303" pitchFamily="18" charset="0"/>
            </a:endParaRPr>
          </a:p>
        </p:txBody>
      </p:sp>
    </p:spTree>
    <p:extLst>
      <p:ext uri="{BB962C8B-B14F-4D97-AF65-F5344CB8AC3E}">
        <p14:creationId xmlns:p14="http://schemas.microsoft.com/office/powerpoint/2010/main" val="1399037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1">
                    <a:lumMod val="60000"/>
                    <a:lumOff val="40000"/>
                  </a:schemeClr>
                </a:solidFill>
                <a:latin typeface="Bell MT" panose="02020503060305020303" pitchFamily="18" charset="0"/>
              </a:rPr>
              <a:t>AIMS AND OBJECTIVES OF SIWES</a:t>
            </a:r>
            <a:endParaRPr lang="en-US" dirty="0">
              <a:solidFill>
                <a:schemeClr val="accent1">
                  <a:lumMod val="60000"/>
                  <a:lumOff val="40000"/>
                </a:schemeClr>
              </a:solidFill>
              <a:latin typeface="Bell MT" panose="02020503060305020303" pitchFamily="18" charset="0"/>
            </a:endParaRPr>
          </a:p>
        </p:txBody>
      </p:sp>
      <p:sp>
        <p:nvSpPr>
          <p:cNvPr id="3" name="Content Placeholder 2"/>
          <p:cNvSpPr>
            <a:spLocks noGrp="1"/>
          </p:cNvSpPr>
          <p:nvPr>
            <p:ph idx="1"/>
          </p:nvPr>
        </p:nvSpPr>
        <p:spPr>
          <a:xfrm>
            <a:off x="2589212" y="1336430"/>
            <a:ext cx="8915400" cy="4574791"/>
          </a:xfrm>
        </p:spPr>
        <p:txBody>
          <a:bodyPr/>
          <a:lstStyle/>
          <a:p>
            <a:pPr>
              <a:buFont typeface="Wingdings" pitchFamily="2" charset="2"/>
              <a:buChar char="v"/>
            </a:pPr>
            <a:r>
              <a:rPr lang="en-US" dirty="0">
                <a:latin typeface="Bell MT" panose="02020503060305020303" pitchFamily="18" charset="0"/>
              </a:rPr>
              <a:t>It was aimed at bridging the gap between the theoretical knowledge acquired in class and the Practical knowledge in the Industries by providing students with the opportunities to apply their educational knowledge in real work situations.</a:t>
            </a:r>
          </a:p>
          <a:p>
            <a:pPr lvl="0">
              <a:buFont typeface="Wingdings" pitchFamily="2" charset="2"/>
              <a:buChar char="v"/>
            </a:pPr>
            <a:r>
              <a:rPr lang="en-US" dirty="0">
                <a:latin typeface="Bell MT" panose="02020503060305020303" pitchFamily="18" charset="0"/>
              </a:rPr>
              <a:t>Grooms student on how to have good human relation with their co-workers, therefore tolerating and being patient with them.</a:t>
            </a:r>
          </a:p>
          <a:p>
            <a:pPr lvl="0">
              <a:buFont typeface="Wingdings" pitchFamily="2" charset="2"/>
              <a:buChar char="v"/>
            </a:pPr>
            <a:r>
              <a:rPr lang="en-US" dirty="0">
                <a:latin typeface="Bell MT" panose="02020503060305020303" pitchFamily="18" charset="0"/>
              </a:rPr>
              <a:t>Prepares students for employment and makes the transition from school to the world of work easier after graduation.</a:t>
            </a:r>
          </a:p>
          <a:p>
            <a:pPr>
              <a:buFont typeface="Wingdings" pitchFamily="2" charset="2"/>
              <a:buChar char="v"/>
            </a:pPr>
            <a:r>
              <a:rPr lang="en-US" dirty="0">
                <a:latin typeface="Bell MT" panose="02020503060305020303" pitchFamily="18" charset="0"/>
              </a:rPr>
              <a:t>SIWES will increase a student’s sense of responsibility.</a:t>
            </a:r>
          </a:p>
          <a:p>
            <a:pPr marL="0" indent="0">
              <a:buNone/>
            </a:pPr>
            <a:endParaRPr lang="en-US" dirty="0"/>
          </a:p>
        </p:txBody>
      </p:sp>
    </p:spTree>
    <p:extLst>
      <p:ext uri="{BB962C8B-B14F-4D97-AF65-F5344CB8AC3E}">
        <p14:creationId xmlns:p14="http://schemas.microsoft.com/office/powerpoint/2010/main" val="11076115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chemeClr val="accent1">
                    <a:lumMod val="60000"/>
                    <a:lumOff val="40000"/>
                  </a:schemeClr>
                </a:solidFill>
                <a:latin typeface="Bell MT" panose="02020503060305020303" pitchFamily="18" charset="0"/>
              </a:rPr>
              <a:t>Organization</a:t>
            </a:r>
            <a:endParaRPr lang="en-US" dirty="0">
              <a:solidFill>
                <a:schemeClr val="accent1">
                  <a:lumMod val="60000"/>
                  <a:lumOff val="40000"/>
                </a:schemeClr>
              </a:solidFill>
              <a:latin typeface="Bell MT" panose="02020503060305020303" pitchFamily="18" charset="0"/>
            </a:endParaRPr>
          </a:p>
        </p:txBody>
      </p:sp>
      <p:sp>
        <p:nvSpPr>
          <p:cNvPr id="3" name="Content Placeholder 2"/>
          <p:cNvSpPr>
            <a:spLocks noGrp="1"/>
          </p:cNvSpPr>
          <p:nvPr>
            <p:ph idx="1"/>
          </p:nvPr>
        </p:nvSpPr>
        <p:spPr/>
        <p:txBody>
          <a:bodyPr/>
          <a:lstStyle/>
          <a:p>
            <a:r>
              <a:rPr lang="en-US" dirty="0" smtClean="0">
                <a:latin typeface="Bell MT" panose="02020503060305020303" pitchFamily="18" charset="0"/>
              </a:rPr>
              <a:t>OFFICE  MACHINES NIGERIAN LIMITED</a:t>
            </a:r>
          </a:p>
          <a:p>
            <a:pPr marL="0" indent="0">
              <a:buNone/>
            </a:pPr>
            <a:endParaRPr lang="en-US" dirty="0">
              <a:latin typeface="Bell MT" panose="02020503060305020303" pitchFamily="18" charset="0"/>
            </a:endParaRPr>
          </a:p>
          <a:p>
            <a:pPr marL="0" indent="0">
              <a:buNone/>
            </a:pPr>
            <a:endParaRPr lang="en-US" dirty="0" smtClean="0">
              <a:latin typeface="Bell MT" panose="02020503060305020303" pitchFamily="18" charset="0"/>
            </a:endParaRPr>
          </a:p>
          <a:p>
            <a:pPr marL="0" indent="0">
              <a:buNone/>
            </a:pPr>
            <a:endParaRPr lang="en-US" dirty="0">
              <a:latin typeface="Bell MT" panose="02020503060305020303" pitchFamily="18" charset="0"/>
            </a:endParaRPr>
          </a:p>
          <a:p>
            <a:pPr marL="0" indent="0">
              <a:buNone/>
            </a:pPr>
            <a:endParaRPr lang="en-US" dirty="0" smtClean="0">
              <a:latin typeface="Bell MT" panose="02020503060305020303" pitchFamily="18" charset="0"/>
            </a:endParaRPr>
          </a:p>
          <a:p>
            <a:pPr marL="0" indent="0">
              <a:buNone/>
            </a:pPr>
            <a:endParaRPr lang="en-US" dirty="0" smtClean="0">
              <a:latin typeface="Bell MT" panose="02020503060305020303" pitchFamily="18" charset="0"/>
            </a:endParaRPr>
          </a:p>
          <a:p>
            <a:pPr marL="0" indent="0">
              <a:buNone/>
            </a:pPr>
            <a:endParaRPr lang="en-US" dirty="0">
              <a:latin typeface="Bell MT" panose="02020503060305020303" pitchFamily="18" charset="0"/>
            </a:endParaRPr>
          </a:p>
          <a:p>
            <a:pPr marL="0" indent="0">
              <a:buNone/>
            </a:pPr>
            <a:endParaRPr lang="en-US" dirty="0" smtClean="0">
              <a:latin typeface="Bell MT" panose="02020503060305020303" pitchFamily="18" charset="0"/>
            </a:endParaRPr>
          </a:p>
          <a:p>
            <a:pPr marL="0" indent="0">
              <a:buNone/>
            </a:pPr>
            <a:r>
              <a:rPr lang="en-US" dirty="0" smtClean="0">
                <a:latin typeface="Bell MT" panose="02020503060305020303" pitchFamily="18" charset="0"/>
              </a:rPr>
              <a:t>Location: </a:t>
            </a:r>
            <a:r>
              <a:rPr lang="en-US" dirty="0">
                <a:latin typeface="Bell MT" panose="02020503060305020303" pitchFamily="18" charset="0"/>
              </a:rPr>
              <a:t>8 Nairobi Street, Off Parakou Cres, Wuse 2, Abuja</a:t>
            </a:r>
            <a:endParaRPr lang="en-US" dirty="0">
              <a:latin typeface="Bell MT" panose="02020503060305020303"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47846" y="2952750"/>
            <a:ext cx="2344616" cy="1666142"/>
          </a:xfrm>
          <a:prstGeom prst="rect">
            <a:avLst/>
          </a:prstGeom>
        </p:spPr>
      </p:pic>
    </p:spTree>
    <p:extLst>
      <p:ext uri="{BB962C8B-B14F-4D97-AF65-F5344CB8AC3E}">
        <p14:creationId xmlns:p14="http://schemas.microsoft.com/office/powerpoint/2010/main" val="7588739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solidFill>
                  <a:schemeClr val="accent1">
                    <a:lumMod val="60000"/>
                    <a:lumOff val="40000"/>
                  </a:schemeClr>
                </a:solidFill>
                <a:latin typeface="Bell MT" panose="02020503060305020303" pitchFamily="18" charset="0"/>
              </a:rPr>
              <a:t>About Office Machines Nigerian Limited(OMNL)</a:t>
            </a:r>
            <a:endParaRPr lang="en-US" dirty="0">
              <a:solidFill>
                <a:schemeClr val="accent1">
                  <a:lumMod val="60000"/>
                  <a:lumOff val="40000"/>
                </a:schemeClr>
              </a:solidFill>
              <a:latin typeface="Bell MT" panose="02020503060305020303" pitchFamily="18" charset="0"/>
            </a:endParaRPr>
          </a:p>
        </p:txBody>
      </p:sp>
      <p:sp>
        <p:nvSpPr>
          <p:cNvPr id="3" name="Content Placeholder 2"/>
          <p:cNvSpPr>
            <a:spLocks noGrp="1"/>
          </p:cNvSpPr>
          <p:nvPr>
            <p:ph idx="1"/>
          </p:nvPr>
        </p:nvSpPr>
        <p:spPr/>
        <p:txBody>
          <a:bodyPr>
            <a:normAutofit/>
          </a:bodyPr>
          <a:lstStyle/>
          <a:p>
            <a:r>
              <a:rPr lang="en-US" sz="2400" dirty="0" smtClean="0">
                <a:latin typeface="Bell MT" panose="02020503060305020303" pitchFamily="18" charset="0"/>
              </a:rPr>
              <a:t>Office Machines Nigerian Limited(OMNL) was incorporated on the 15</a:t>
            </a:r>
            <a:r>
              <a:rPr lang="en-US" sz="2400" baseline="30000" dirty="0" smtClean="0">
                <a:latin typeface="Bell MT" panose="02020503060305020303" pitchFamily="18" charset="0"/>
              </a:rPr>
              <a:t>th</a:t>
            </a:r>
            <a:r>
              <a:rPr lang="en-US" sz="2400" dirty="0" smtClean="0">
                <a:latin typeface="Bell MT" panose="02020503060305020303" pitchFamily="18" charset="0"/>
              </a:rPr>
              <a:t> of January,2008. Office Machines Nigerian Limited (OMNL) is an Information Technology(IT) consulting company that provides innovative solutions to government, companies and people in West Africa. This organization handles development and deployment of applications, trainings and  facility management solutions for organizations within Nigeria.</a:t>
            </a:r>
            <a:endParaRPr lang="en-US" sz="2400" dirty="0">
              <a:latin typeface="Bell MT" panose="02020503060305020303" pitchFamily="18" charset="0"/>
            </a:endParaRPr>
          </a:p>
        </p:txBody>
      </p:sp>
    </p:spTree>
    <p:extLst>
      <p:ext uri="{BB962C8B-B14F-4D97-AF65-F5344CB8AC3E}">
        <p14:creationId xmlns:p14="http://schemas.microsoft.com/office/powerpoint/2010/main" val="37292493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solidFill>
                  <a:schemeClr val="accent1">
                    <a:lumMod val="60000"/>
                    <a:lumOff val="40000"/>
                  </a:schemeClr>
                </a:solidFill>
                <a:latin typeface="Bell MT" panose="02020503060305020303" pitchFamily="18" charset="0"/>
              </a:rPr>
              <a:t>Office Machines Nigerian Limited Organogram</a:t>
            </a:r>
            <a:endParaRPr lang="en-US" dirty="0">
              <a:solidFill>
                <a:schemeClr val="accent1">
                  <a:lumMod val="60000"/>
                  <a:lumOff val="40000"/>
                </a:schemeClr>
              </a:solidFill>
              <a:latin typeface="Bell MT" panose="02020503060305020303"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878749035"/>
              </p:ext>
            </p:extLst>
          </p:nvPr>
        </p:nvGraphicFramePr>
        <p:xfrm>
          <a:off x="2743199" y="1770064"/>
          <a:ext cx="8761413" cy="47479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812999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chemeClr val="accent1">
                    <a:lumMod val="60000"/>
                    <a:lumOff val="40000"/>
                  </a:schemeClr>
                </a:solidFill>
                <a:latin typeface="Bell MT" panose="02020503060305020303" pitchFamily="18" charset="0"/>
              </a:rPr>
              <a:t>Organization Structure</a:t>
            </a:r>
            <a:endParaRPr lang="en-US" dirty="0">
              <a:solidFill>
                <a:schemeClr val="accent1">
                  <a:lumMod val="60000"/>
                  <a:lumOff val="40000"/>
                </a:schemeClr>
              </a:solidFill>
              <a:latin typeface="Bell MT" panose="02020503060305020303" pitchFamily="18" charset="0"/>
            </a:endParaRPr>
          </a:p>
        </p:txBody>
      </p:sp>
      <p:sp>
        <p:nvSpPr>
          <p:cNvPr id="3" name="Content Placeholder 2"/>
          <p:cNvSpPr>
            <a:spLocks noGrp="1"/>
          </p:cNvSpPr>
          <p:nvPr>
            <p:ph idx="1"/>
          </p:nvPr>
        </p:nvSpPr>
        <p:spPr>
          <a:xfrm>
            <a:off x="1242646" y="1242646"/>
            <a:ext cx="10261966" cy="5439508"/>
          </a:xfrm>
        </p:spPr>
        <p:txBody>
          <a:bodyPr>
            <a:normAutofit fontScale="25000" lnSpcReduction="20000"/>
          </a:bodyPr>
          <a:lstStyle/>
          <a:p>
            <a:pPr marL="0" indent="0">
              <a:buNone/>
            </a:pPr>
            <a:r>
              <a:rPr lang="en-US" sz="7200" dirty="0" smtClean="0">
                <a:solidFill>
                  <a:srgbClr val="0070C0"/>
                </a:solidFill>
                <a:latin typeface="Bell MT" panose="02020503060305020303" pitchFamily="18" charset="0"/>
              </a:rPr>
              <a:t>The various departments in the organization and their functions</a:t>
            </a:r>
          </a:p>
          <a:p>
            <a:pPr marL="0" indent="0">
              <a:buNone/>
            </a:pPr>
            <a:endParaRPr lang="en-US" sz="7200" dirty="0" smtClean="0">
              <a:solidFill>
                <a:srgbClr val="0070C0"/>
              </a:solidFill>
              <a:latin typeface="Bell MT" panose="02020503060305020303" pitchFamily="18" charset="0"/>
            </a:endParaRPr>
          </a:p>
          <a:p>
            <a:r>
              <a:rPr lang="en-US" sz="7200" dirty="0">
                <a:latin typeface="Bell MT" panose="02020503060305020303" pitchFamily="18" charset="0"/>
              </a:rPr>
              <a:t>I.T and Projects Department	     </a:t>
            </a:r>
          </a:p>
          <a:p>
            <a:r>
              <a:rPr lang="en-US" sz="7200" dirty="0" smtClean="0">
                <a:latin typeface="Bell MT" panose="02020503060305020303" pitchFamily="18" charset="0"/>
              </a:rPr>
              <a:t>Finance </a:t>
            </a:r>
            <a:r>
              <a:rPr lang="en-US" sz="7200" dirty="0">
                <a:latin typeface="Bell MT" panose="02020503060305020303" pitchFamily="18" charset="0"/>
              </a:rPr>
              <a:t>and Accounting Department</a:t>
            </a:r>
          </a:p>
          <a:p>
            <a:r>
              <a:rPr lang="en-US" sz="7200" dirty="0" smtClean="0">
                <a:latin typeface="Bell MT" panose="02020503060305020303" pitchFamily="18" charset="0"/>
              </a:rPr>
              <a:t>Marketing Department</a:t>
            </a:r>
          </a:p>
          <a:p>
            <a:pPr marL="0" indent="0">
              <a:buNone/>
            </a:pPr>
            <a:endParaRPr lang="en-US" sz="7200" dirty="0">
              <a:latin typeface="Bell MT" panose="02020503060305020303" pitchFamily="18" charset="0"/>
            </a:endParaRPr>
          </a:p>
          <a:p>
            <a:pPr lvl="0"/>
            <a:r>
              <a:rPr lang="en-US" sz="7200" u="sng" dirty="0">
                <a:latin typeface="Bell MT" panose="02020503060305020303" pitchFamily="18" charset="0"/>
              </a:rPr>
              <a:t>I.T and Projects Department </a:t>
            </a:r>
            <a:r>
              <a:rPr lang="en-US" sz="7200" u="sng" dirty="0" smtClean="0">
                <a:latin typeface="Bell MT" panose="02020503060305020303" pitchFamily="18" charset="0"/>
              </a:rPr>
              <a:t>:</a:t>
            </a:r>
            <a:endParaRPr lang="en-US" sz="7200" dirty="0">
              <a:latin typeface="Bell MT" panose="02020503060305020303" pitchFamily="18" charset="0"/>
            </a:endParaRPr>
          </a:p>
          <a:p>
            <a:pPr marL="0" lvl="0" indent="0">
              <a:buNone/>
            </a:pPr>
            <a:r>
              <a:rPr lang="en-US" sz="7200" dirty="0" smtClean="0">
                <a:latin typeface="Bell MT" panose="02020503060305020303" pitchFamily="18" charset="0"/>
              </a:rPr>
              <a:t>The </a:t>
            </a:r>
            <a:r>
              <a:rPr lang="en-US" sz="7200" dirty="0">
                <a:latin typeface="Bell MT" panose="02020503060305020303" pitchFamily="18" charset="0"/>
              </a:rPr>
              <a:t>I.T and Projects Department is responsible for the planning, development, support, management and follow-up of the company’s existing projects. They are also responsible for the assembling and testing of technological devices purchased, they work in teams in preparing reports for various projects. They help in assisting the members of staff with major or minor problems concerning the office facilities. </a:t>
            </a:r>
          </a:p>
          <a:p>
            <a:pPr lvl="0"/>
            <a:r>
              <a:rPr lang="en-US" sz="7200" u="sng" dirty="0">
                <a:latin typeface="Bell MT" panose="02020503060305020303" pitchFamily="18" charset="0"/>
              </a:rPr>
              <a:t>Finance and Accounting Department:</a:t>
            </a:r>
            <a:endParaRPr lang="en-US" sz="7200" dirty="0">
              <a:latin typeface="Bell MT" panose="02020503060305020303" pitchFamily="18" charset="0"/>
            </a:endParaRPr>
          </a:p>
          <a:p>
            <a:pPr marL="0" indent="0">
              <a:buNone/>
            </a:pPr>
            <a:r>
              <a:rPr lang="en-US" sz="7200" dirty="0">
                <a:latin typeface="Bell MT" panose="02020503060305020303" pitchFamily="18" charset="0"/>
              </a:rPr>
              <a:t>The finance and accounting department focuses on the following up of payments for work done, securing of contracts, managing the office accounts, preparing of repositions when necessary and makes sure that all necessary office needs are met</a:t>
            </a:r>
            <a:r>
              <a:rPr lang="en-US" sz="7200" dirty="0" smtClean="0">
                <a:latin typeface="Bell MT" panose="02020503060305020303" pitchFamily="18" charset="0"/>
              </a:rPr>
              <a:t>.</a:t>
            </a:r>
            <a:endParaRPr lang="en-US" sz="7200" dirty="0">
              <a:latin typeface="Bell MT" panose="02020503060305020303" pitchFamily="18" charset="0"/>
            </a:endParaRPr>
          </a:p>
          <a:p>
            <a:pPr lvl="0"/>
            <a:r>
              <a:rPr lang="en-US" sz="7200" u="sng" dirty="0">
                <a:latin typeface="Bell MT" panose="02020503060305020303" pitchFamily="18" charset="0"/>
              </a:rPr>
              <a:t>Marketing Department:</a:t>
            </a:r>
            <a:endParaRPr lang="en-US" sz="7200" dirty="0">
              <a:latin typeface="Bell MT" panose="02020503060305020303" pitchFamily="18" charset="0"/>
            </a:endParaRPr>
          </a:p>
          <a:p>
            <a:pPr marL="0" indent="0">
              <a:buNone/>
            </a:pPr>
            <a:r>
              <a:rPr lang="en-US" sz="7200" dirty="0">
                <a:latin typeface="Bell MT" panose="02020503060305020303" pitchFamily="18" charset="0"/>
              </a:rPr>
              <a:t>The marketing department is solely responsible for biding of new contracts, preparation and submitting of documents necessary for bids and lastly, submission and follow-up of new business proposals </a:t>
            </a:r>
          </a:p>
          <a:p>
            <a:pPr marL="0" indent="0">
              <a:buNone/>
            </a:pPr>
            <a:endParaRPr lang="en-US" dirty="0" smtClean="0">
              <a:latin typeface="Bell MT" panose="02020503060305020303" pitchFamily="18" charset="0"/>
            </a:endParaRPr>
          </a:p>
          <a:p>
            <a:pPr marL="0" indent="0">
              <a:buNone/>
            </a:pPr>
            <a:endParaRPr lang="en-US" dirty="0">
              <a:latin typeface="Bell MT" panose="02020503060305020303" pitchFamily="18" charset="0"/>
            </a:endParaRPr>
          </a:p>
          <a:p>
            <a:pPr marL="0" indent="0">
              <a:buNone/>
            </a:pPr>
            <a:r>
              <a:rPr lang="en-US" sz="2400" dirty="0"/>
              <a:t> </a:t>
            </a:r>
          </a:p>
          <a:p>
            <a:pPr marL="0" indent="0">
              <a:buNone/>
            </a:pPr>
            <a:endParaRPr lang="en-US" sz="2400" dirty="0">
              <a:solidFill>
                <a:srgbClr val="0070C0"/>
              </a:solidFill>
              <a:latin typeface="Bell MT" panose="02020503060305020303" pitchFamily="18" charset="0"/>
            </a:endParaRPr>
          </a:p>
        </p:txBody>
      </p:sp>
    </p:spTree>
    <p:extLst>
      <p:ext uri="{BB962C8B-B14F-4D97-AF65-F5344CB8AC3E}">
        <p14:creationId xmlns:p14="http://schemas.microsoft.com/office/powerpoint/2010/main" val="2568814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724044"/>
          </a:xfrm>
        </p:spPr>
        <p:txBody>
          <a:bodyPr/>
          <a:lstStyle/>
          <a:p>
            <a:r>
              <a:rPr lang="en-US" dirty="0" smtClean="0">
                <a:solidFill>
                  <a:schemeClr val="accent1">
                    <a:lumMod val="60000"/>
                    <a:lumOff val="40000"/>
                  </a:schemeClr>
                </a:solidFill>
                <a:latin typeface="Bell MT" panose="02020503060305020303" pitchFamily="18" charset="0"/>
              </a:rPr>
              <a:t>Industry Placement</a:t>
            </a:r>
            <a:endParaRPr lang="en-US" dirty="0">
              <a:solidFill>
                <a:schemeClr val="accent1">
                  <a:lumMod val="60000"/>
                  <a:lumOff val="40000"/>
                </a:schemeClr>
              </a:solidFill>
              <a:latin typeface="Bell MT" panose="02020503060305020303" pitchFamily="18" charset="0"/>
            </a:endParaRPr>
          </a:p>
        </p:txBody>
      </p:sp>
      <p:sp>
        <p:nvSpPr>
          <p:cNvPr id="3" name="Content Placeholder 2"/>
          <p:cNvSpPr>
            <a:spLocks noGrp="1"/>
          </p:cNvSpPr>
          <p:nvPr>
            <p:ph idx="1"/>
          </p:nvPr>
        </p:nvSpPr>
        <p:spPr>
          <a:xfrm>
            <a:off x="2589212" y="1348154"/>
            <a:ext cx="8915400" cy="4563068"/>
          </a:xfrm>
        </p:spPr>
        <p:txBody>
          <a:bodyPr/>
          <a:lstStyle/>
          <a:p>
            <a:r>
              <a:rPr lang="en-US" sz="2400" dirty="0" smtClean="0">
                <a:solidFill>
                  <a:schemeClr val="accent1">
                    <a:lumMod val="60000"/>
                    <a:lumOff val="40000"/>
                  </a:schemeClr>
                </a:solidFill>
                <a:latin typeface="Bell MT" panose="02020503060305020303" pitchFamily="18" charset="0"/>
              </a:rPr>
              <a:t>IT and Projects Department:</a:t>
            </a:r>
          </a:p>
          <a:p>
            <a:pPr marL="0" indent="0">
              <a:buNone/>
            </a:pPr>
            <a:r>
              <a:rPr lang="en-US" sz="2400" dirty="0">
                <a:latin typeface="Bell MT" panose="02020503060305020303" pitchFamily="18" charset="0"/>
              </a:rPr>
              <a:t>The I.T and Projects Department is responsible for the planning, </a:t>
            </a:r>
            <a:r>
              <a:rPr lang="en-US" sz="2400" dirty="0" smtClean="0">
                <a:latin typeface="Bell MT" panose="02020503060305020303" pitchFamily="18" charset="0"/>
              </a:rPr>
              <a:t>development of applications, </a:t>
            </a:r>
            <a:r>
              <a:rPr lang="en-US" sz="2400" dirty="0">
                <a:latin typeface="Bell MT" panose="02020503060305020303" pitchFamily="18" charset="0"/>
              </a:rPr>
              <a:t>support, management and follow-up of the company’s existing projects. They are also responsible for the assembling and testing of technological devices purchased, they work in teams in preparing reports for various projects. They help in assisting the members of staff with major or minor problems concerning the office facilities. </a:t>
            </a:r>
          </a:p>
          <a:p>
            <a:pPr marL="0" indent="0">
              <a:buNone/>
            </a:pPr>
            <a:r>
              <a:rPr lang="en-US" sz="2400" dirty="0"/>
              <a:t> </a:t>
            </a:r>
          </a:p>
          <a:p>
            <a:pPr marL="0" indent="0">
              <a:buNone/>
            </a:pPr>
            <a:endParaRPr lang="en-US" sz="2400" dirty="0">
              <a:solidFill>
                <a:schemeClr val="accent1">
                  <a:lumMod val="60000"/>
                  <a:lumOff val="40000"/>
                </a:schemeClr>
              </a:solidFill>
              <a:latin typeface="Bell MT" panose="02020503060305020303" pitchFamily="18" charset="0"/>
            </a:endParaRPr>
          </a:p>
        </p:txBody>
      </p:sp>
    </p:spTree>
    <p:extLst>
      <p:ext uri="{BB962C8B-B14F-4D97-AF65-F5344CB8AC3E}">
        <p14:creationId xmlns:p14="http://schemas.microsoft.com/office/powerpoint/2010/main" val="27443903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smtClean="0">
                <a:solidFill>
                  <a:schemeClr val="accent1">
                    <a:lumMod val="60000"/>
                    <a:lumOff val="40000"/>
                  </a:schemeClr>
                </a:solidFill>
                <a:latin typeface="Bell MT" panose="02020503060305020303" pitchFamily="18" charset="0"/>
              </a:rPr>
              <a:t>Contributions </a:t>
            </a:r>
            <a:br>
              <a:rPr lang="en-US" dirty="0" smtClean="0">
                <a:solidFill>
                  <a:schemeClr val="accent1">
                    <a:lumMod val="60000"/>
                    <a:lumOff val="40000"/>
                  </a:schemeClr>
                </a:solidFill>
                <a:latin typeface="Bell MT" panose="02020503060305020303" pitchFamily="18" charset="0"/>
              </a:rPr>
            </a:br>
            <a:r>
              <a:rPr lang="en-US" dirty="0" smtClean="0">
                <a:solidFill>
                  <a:schemeClr val="accent1">
                    <a:lumMod val="60000"/>
                    <a:lumOff val="40000"/>
                  </a:schemeClr>
                </a:solidFill>
                <a:latin typeface="Bell MT" panose="02020503060305020303" pitchFamily="18" charset="0"/>
              </a:rPr>
              <a:t>               to the Organization</a:t>
            </a:r>
            <a:endParaRPr lang="en-US" dirty="0">
              <a:solidFill>
                <a:schemeClr val="accent1">
                  <a:lumMod val="60000"/>
                  <a:lumOff val="40000"/>
                </a:schemeClr>
              </a:solidFill>
              <a:latin typeface="Bell MT" panose="02020503060305020303" pitchFamily="18" charset="0"/>
            </a:endParaRPr>
          </a:p>
        </p:txBody>
      </p:sp>
      <p:sp>
        <p:nvSpPr>
          <p:cNvPr id="3" name="Content Placeholder 2"/>
          <p:cNvSpPr>
            <a:spLocks noGrp="1"/>
          </p:cNvSpPr>
          <p:nvPr>
            <p:ph idx="1"/>
          </p:nvPr>
        </p:nvSpPr>
        <p:spPr>
          <a:xfrm>
            <a:off x="6846276" y="446088"/>
            <a:ext cx="4658335" cy="6411911"/>
          </a:xfrm>
        </p:spPr>
        <p:txBody>
          <a:bodyPr>
            <a:normAutofit lnSpcReduction="10000"/>
          </a:bodyPr>
          <a:lstStyle/>
          <a:p>
            <a:r>
              <a:rPr lang="en-US" sz="2000" dirty="0" smtClean="0">
                <a:latin typeface="Bodoni MT" panose="02070603080606020203" pitchFamily="18" charset="0"/>
              </a:rPr>
              <a:t>I was involved in the testing, review, documentations of user manuals and presentations made for the Customer Complaint Handling System(CHS) application for the Nigerian Electricity Regulatory Commission(NERC).</a:t>
            </a:r>
          </a:p>
          <a:p>
            <a:r>
              <a:rPr lang="en-US" sz="2000" dirty="0" smtClean="0">
                <a:latin typeface="Bodoni MT" panose="02070603080606020203" pitchFamily="18" charset="0"/>
              </a:rPr>
              <a:t>I helped in designing pictorial descriptions of the business process for the Customer Complaint Handling System(CHS)application for the </a:t>
            </a:r>
            <a:r>
              <a:rPr lang="en-US" sz="2000" dirty="0">
                <a:latin typeface="Bodoni MT" panose="02070603080606020203" pitchFamily="18" charset="0"/>
              </a:rPr>
              <a:t>Nigerian Electricity Regulatory </a:t>
            </a:r>
            <a:r>
              <a:rPr lang="en-US" sz="2000" dirty="0" smtClean="0">
                <a:latin typeface="Bodoni MT" panose="02070603080606020203" pitchFamily="18" charset="0"/>
              </a:rPr>
              <a:t>Commission(NERC).</a:t>
            </a:r>
          </a:p>
          <a:p>
            <a:r>
              <a:rPr lang="en-US" sz="2000" dirty="0" smtClean="0">
                <a:latin typeface="Bodoni MT" panose="02070603080606020203" pitchFamily="18" charset="0"/>
              </a:rPr>
              <a:t>I worked with the four-man team in deploying an Education and Training Administration application for an aviation school.</a:t>
            </a:r>
          </a:p>
          <a:p>
            <a:r>
              <a:rPr lang="en-US" sz="2000" dirty="0" smtClean="0">
                <a:latin typeface="Bodoni MT" panose="02070603080606020203" pitchFamily="18" charset="0"/>
              </a:rPr>
              <a:t> I handled the installation process of the Central Call Data Record(CCDR) application for the National Communications Commission(NCC)</a:t>
            </a:r>
          </a:p>
          <a:p>
            <a:endParaRPr lang="en-US" sz="2000" dirty="0" smtClean="0">
              <a:latin typeface="Bodoni MT" panose="02070603080606020203" pitchFamily="18" charset="0"/>
            </a:endParaRPr>
          </a:p>
          <a:p>
            <a:endParaRPr lang="en-US" sz="2000" dirty="0">
              <a:latin typeface="Bodoni MT" panose="02070603080606020203" pitchFamily="18" charset="0"/>
            </a:endParaRPr>
          </a:p>
          <a:p>
            <a:endParaRPr lang="en-US" sz="2000" dirty="0">
              <a:latin typeface="Bodoni MT" panose="02070603080606020203" pitchFamily="18" charset="0"/>
            </a:endParaRPr>
          </a:p>
        </p:txBody>
      </p:sp>
      <p:sp>
        <p:nvSpPr>
          <p:cNvPr id="4" name="Text Placeholder 3"/>
          <p:cNvSpPr>
            <a:spLocks noGrp="1"/>
          </p:cNvSpPr>
          <p:nvPr>
            <p:ph type="body" sz="half" idx="2"/>
          </p:nvPr>
        </p:nvSpPr>
        <p:spPr>
          <a:xfrm>
            <a:off x="492369" y="1582614"/>
            <a:ext cx="6353907" cy="5275385"/>
          </a:xfrm>
        </p:spPr>
        <p:txBody>
          <a:bodyPr/>
          <a:lstStyle/>
          <a:p>
            <a:endParaRPr lang="en-US" dirty="0"/>
          </a:p>
        </p:txBody>
      </p:sp>
      <p:pic>
        <p:nvPicPr>
          <p:cNvPr id="6" name="Content Placeholder 8"/>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492368" y="1582614"/>
            <a:ext cx="6353908" cy="5134709"/>
          </a:xfrm>
          <a:prstGeom prst="rect">
            <a:avLst/>
          </a:prstGeom>
        </p:spPr>
      </p:pic>
    </p:spTree>
    <p:extLst>
      <p:ext uri="{BB962C8B-B14F-4D97-AF65-F5344CB8AC3E}">
        <p14:creationId xmlns:p14="http://schemas.microsoft.com/office/powerpoint/2010/main" val="18965177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592925" y="624111"/>
            <a:ext cx="8911687" cy="665428"/>
          </a:xfrm>
        </p:spPr>
        <p:txBody>
          <a:bodyPr/>
          <a:lstStyle/>
          <a:p>
            <a:r>
              <a:rPr lang="en-US" dirty="0" smtClean="0">
                <a:solidFill>
                  <a:schemeClr val="accent1">
                    <a:lumMod val="60000"/>
                    <a:lumOff val="40000"/>
                  </a:schemeClr>
                </a:solidFill>
                <a:latin typeface="Bell MT" panose="02020503060305020303" pitchFamily="18" charset="0"/>
              </a:rPr>
              <a:t>Recommendations</a:t>
            </a:r>
            <a:endParaRPr lang="en-US" dirty="0">
              <a:solidFill>
                <a:schemeClr val="accent1">
                  <a:lumMod val="60000"/>
                  <a:lumOff val="40000"/>
                </a:schemeClr>
              </a:solidFill>
              <a:latin typeface="Bell MT" panose="02020503060305020303" pitchFamily="18" charset="0"/>
            </a:endParaRPr>
          </a:p>
        </p:txBody>
      </p:sp>
      <p:sp>
        <p:nvSpPr>
          <p:cNvPr id="6" name="Content Placeholder 5"/>
          <p:cNvSpPr>
            <a:spLocks noGrp="1"/>
          </p:cNvSpPr>
          <p:nvPr>
            <p:ph idx="1"/>
          </p:nvPr>
        </p:nvSpPr>
        <p:spPr>
          <a:xfrm>
            <a:off x="2589212" y="1465385"/>
            <a:ext cx="8915400" cy="4445837"/>
          </a:xfrm>
        </p:spPr>
        <p:txBody>
          <a:bodyPr/>
          <a:lstStyle/>
          <a:p>
            <a:endParaRPr lang="en-US" dirty="0" smtClean="0">
              <a:latin typeface="Bell MT" panose="02020503060305020303" pitchFamily="18" charset="0"/>
            </a:endParaRPr>
          </a:p>
          <a:p>
            <a:endParaRPr lang="en-US" dirty="0">
              <a:latin typeface="Bell MT" panose="02020503060305020303" pitchFamily="18" charset="0"/>
            </a:endParaRPr>
          </a:p>
          <a:p>
            <a:r>
              <a:rPr lang="en-US" dirty="0" smtClean="0">
                <a:latin typeface="Bell MT" panose="02020503060305020303" pitchFamily="18" charset="0"/>
              </a:rPr>
              <a:t>The company should have a detailed plan for what students are to achieve at the end of their  SIWES programme.</a:t>
            </a:r>
          </a:p>
          <a:p>
            <a:r>
              <a:rPr lang="en-US" dirty="0">
                <a:latin typeface="Bell MT" panose="02020503060305020303" pitchFamily="18" charset="0"/>
              </a:rPr>
              <a:t>Also I suggest that all IT/SIWES students should be assigned a major project before the termination of the SIWES program. As doing such will advance Student’s ability to Research and be productive.</a:t>
            </a:r>
          </a:p>
          <a:p>
            <a:endParaRPr lang="en-US" dirty="0"/>
          </a:p>
        </p:txBody>
      </p:sp>
    </p:spTree>
    <p:extLst>
      <p:ext uri="{BB962C8B-B14F-4D97-AF65-F5344CB8AC3E}">
        <p14:creationId xmlns:p14="http://schemas.microsoft.com/office/powerpoint/2010/main" val="891447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536475"/>
          </a:xfrm>
        </p:spPr>
        <p:txBody>
          <a:bodyPr>
            <a:normAutofit fontScale="90000"/>
          </a:bodyPr>
          <a:lstStyle/>
          <a:p>
            <a:r>
              <a:rPr lang="en-US" sz="3200" dirty="0" smtClean="0">
                <a:solidFill>
                  <a:schemeClr val="accent1">
                    <a:lumMod val="60000"/>
                    <a:lumOff val="40000"/>
                  </a:schemeClr>
                </a:solidFill>
                <a:latin typeface="Bell MT" panose="02020503060305020303" pitchFamily="18" charset="0"/>
              </a:rPr>
              <a:t>Skills Acquired</a:t>
            </a:r>
            <a:endParaRPr lang="en-US" sz="3200" dirty="0">
              <a:solidFill>
                <a:schemeClr val="accent1">
                  <a:lumMod val="60000"/>
                  <a:lumOff val="40000"/>
                </a:schemeClr>
              </a:solidFill>
              <a:latin typeface="Bell MT" panose="02020503060305020303" pitchFamily="18" charset="0"/>
            </a:endParaRPr>
          </a:p>
        </p:txBody>
      </p:sp>
      <p:sp>
        <p:nvSpPr>
          <p:cNvPr id="3" name="Content Placeholder 2"/>
          <p:cNvSpPr>
            <a:spLocks noGrp="1"/>
          </p:cNvSpPr>
          <p:nvPr>
            <p:ph idx="1"/>
          </p:nvPr>
        </p:nvSpPr>
        <p:spPr>
          <a:xfrm>
            <a:off x="2589212" y="1160585"/>
            <a:ext cx="8915400" cy="4750637"/>
          </a:xfrm>
        </p:spPr>
        <p:txBody>
          <a:bodyPr/>
          <a:lstStyle/>
          <a:p>
            <a:r>
              <a:rPr lang="en-US" dirty="0" smtClean="0"/>
              <a:t>Static Website Development (using bootstrap)</a:t>
            </a:r>
          </a:p>
          <a:p>
            <a:r>
              <a:rPr lang="en-US" dirty="0"/>
              <a:t>The advance use of Microsoft </a:t>
            </a:r>
            <a:r>
              <a:rPr lang="en-US" dirty="0" smtClean="0"/>
              <a:t>Office and </a:t>
            </a:r>
            <a:r>
              <a:rPr lang="en-US" dirty="0"/>
              <a:t>G</a:t>
            </a:r>
            <a:r>
              <a:rPr lang="en-US" dirty="0" smtClean="0"/>
              <a:t>oogle </a:t>
            </a:r>
            <a:r>
              <a:rPr lang="en-US" dirty="0"/>
              <a:t>Tools (Microsoft Word, PowerPoint, </a:t>
            </a:r>
            <a:r>
              <a:rPr lang="en-US" dirty="0" smtClean="0"/>
              <a:t>Excel, Gliphy diagrams).</a:t>
            </a:r>
            <a:endParaRPr lang="en-US" dirty="0"/>
          </a:p>
          <a:p>
            <a:r>
              <a:rPr lang="en-US" dirty="0" smtClean="0"/>
              <a:t>Team spirit</a:t>
            </a:r>
          </a:p>
          <a:p>
            <a:r>
              <a:rPr lang="en-US" dirty="0" smtClean="0"/>
              <a:t>Management skills</a:t>
            </a:r>
            <a:endParaRPr lang="en-US" dirty="0"/>
          </a:p>
        </p:txBody>
      </p:sp>
    </p:spTree>
    <p:extLst>
      <p:ext uri="{BB962C8B-B14F-4D97-AF65-F5344CB8AC3E}">
        <p14:creationId xmlns:p14="http://schemas.microsoft.com/office/powerpoint/2010/main" val="25356815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571644"/>
          </a:xfrm>
        </p:spPr>
        <p:txBody>
          <a:bodyPr>
            <a:normAutofit fontScale="90000"/>
          </a:bodyPr>
          <a:lstStyle/>
          <a:p>
            <a:r>
              <a:rPr lang="en-US" dirty="0" smtClean="0">
                <a:solidFill>
                  <a:schemeClr val="accent1">
                    <a:lumMod val="60000"/>
                    <a:lumOff val="40000"/>
                  </a:schemeClr>
                </a:solidFill>
                <a:latin typeface="Bell MT" panose="02020503060305020303" pitchFamily="18" charset="0"/>
              </a:rPr>
              <a:t>Conclusion</a:t>
            </a:r>
            <a:endParaRPr lang="en-US" dirty="0">
              <a:solidFill>
                <a:schemeClr val="accent1">
                  <a:lumMod val="60000"/>
                  <a:lumOff val="40000"/>
                </a:schemeClr>
              </a:solidFill>
              <a:latin typeface="Bell MT" panose="02020503060305020303" pitchFamily="18" charset="0"/>
            </a:endParaRPr>
          </a:p>
        </p:txBody>
      </p:sp>
      <p:sp>
        <p:nvSpPr>
          <p:cNvPr id="3" name="Content Placeholder 2"/>
          <p:cNvSpPr>
            <a:spLocks noGrp="1"/>
          </p:cNvSpPr>
          <p:nvPr>
            <p:ph idx="1"/>
          </p:nvPr>
        </p:nvSpPr>
        <p:spPr>
          <a:xfrm>
            <a:off x="2589212" y="1195754"/>
            <a:ext cx="8915400" cy="4232031"/>
          </a:xfrm>
        </p:spPr>
        <p:txBody>
          <a:bodyPr>
            <a:normAutofit/>
          </a:bodyPr>
          <a:lstStyle/>
          <a:p>
            <a:pPr marL="0" indent="0">
              <a:buNone/>
            </a:pPr>
            <a:r>
              <a:rPr lang="en-US" sz="2400" dirty="0" smtClean="0">
                <a:latin typeface="Bell MT" panose="02020503060305020303" pitchFamily="18" charset="0"/>
              </a:rPr>
              <a:t>In conclusion, my six months SIWES program was a big eye opener to the real work situations in the technology industry. I was exposed to the practical application development lifecycle and good practices in managing clients. In all my SIWES programme was an informative and interesting period.</a:t>
            </a:r>
            <a:endParaRPr lang="en-US" sz="2400" dirty="0">
              <a:latin typeface="Bell MT" panose="02020503060305020303" pitchFamily="18" charset="0"/>
            </a:endParaRPr>
          </a:p>
        </p:txBody>
      </p:sp>
    </p:spTree>
    <p:extLst>
      <p:ext uri="{BB962C8B-B14F-4D97-AF65-F5344CB8AC3E}">
        <p14:creationId xmlns:p14="http://schemas.microsoft.com/office/powerpoint/2010/main" val="2953336575"/>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597</TotalTime>
  <Words>578</Words>
  <Application>Microsoft Office PowerPoint</Application>
  <PresentationFormat>Widescreen</PresentationFormat>
  <Paragraphs>74</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Bell MT</vt:lpstr>
      <vt:lpstr>Bodoni MT</vt:lpstr>
      <vt:lpstr>Century Gothic</vt:lpstr>
      <vt:lpstr>Wingdings</vt:lpstr>
      <vt:lpstr>Wingdings 3</vt:lpstr>
      <vt:lpstr>Wisp</vt:lpstr>
      <vt:lpstr>Bowen University, Iwo Faculty of Science and Science Education Department of Computer Science </vt:lpstr>
      <vt:lpstr>Presented By:</vt:lpstr>
      <vt:lpstr>Brief SIWES History</vt:lpstr>
      <vt:lpstr>AIMS AND OBJECTIVES OF SIWES</vt:lpstr>
      <vt:lpstr>Organization</vt:lpstr>
      <vt:lpstr>About Office Machines Nigerian Limited(OMNL)</vt:lpstr>
      <vt:lpstr>Office Machines Nigerian Limited Organogram</vt:lpstr>
      <vt:lpstr>Organization Structure</vt:lpstr>
      <vt:lpstr>Industry Placement</vt:lpstr>
      <vt:lpstr>Contributions                 to the Organization</vt:lpstr>
      <vt:lpstr>Recommendations</vt:lpstr>
      <vt:lpstr>Skills Acquired</vt:lpstr>
      <vt:lpstr>Conclusion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Bowen University, Iwo Faculty of Science and Science Education Department of Computer Science</dc:title>
  <dc:creator>Joshua Blue-Jack</dc:creator>
  <cp:lastModifiedBy>Joshua Blue-Jack</cp:lastModifiedBy>
  <cp:revision>27</cp:revision>
  <dcterms:created xsi:type="dcterms:W3CDTF">2019-09-26T10:55:35Z</dcterms:created>
  <dcterms:modified xsi:type="dcterms:W3CDTF">2019-09-26T20:52:41Z</dcterms:modified>
</cp:coreProperties>
</file>